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in" initials="J" lastIdx="2" clrIdx="0">
    <p:extLst>
      <p:ext uri="{19B8F6BF-5375-455C-9EA6-DF929625EA0E}">
        <p15:presenceInfo xmlns:p15="http://schemas.microsoft.com/office/powerpoint/2012/main" userId="Jun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12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706F6-CA0E-402C-BAAE-5D1B58B059FF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2883-35AA-417A-AB09-0346D630B2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55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758D4-D4FD-4148-A7E3-3DA5EB6BF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B09485-02B1-4EE1-ACF0-4E6DD75ED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1FB43B-759A-4235-ACF0-5047D39C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2E1ABB-70E9-4C9B-939F-14D3249E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2C4C6-D9AA-451B-9CD6-C59EAA5F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5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E2BEF-CC67-4298-80B3-D885D30E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E7A9-3476-49F2-ACD9-D43B21D55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E89585-28A1-4BA7-A3BF-B2539B60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DEBCE8-0882-422B-890A-40055D27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2C4BB5-A6B8-4424-998D-4E31B973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5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30FF2-6008-4E54-B051-8291C05A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007C96-2A5B-4E49-90D0-58542A3F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1C494-3C53-47A2-A398-33269FF9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2FFCF-0E0B-49F3-B863-8BB83E72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2D4EA-1A16-4D39-9AC1-434F25A5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88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B5AD2-6066-41E8-BAA0-60D2A4B5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4AADE7-30A5-4742-9EFD-450EC86A8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34CE5-3DBF-4F33-85E7-6E996A34B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534C2-BD0E-4147-8D13-DC22D048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23A6CF-400C-4EED-B2E0-486C21A6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D03FE9-18B1-4126-BFD6-16045B2F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41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27A34-76AB-48A9-81D9-C346911C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E42750-752E-4C64-8025-CC42051AA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E4E16C-317E-4181-AC3E-6DBDD9EFF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1BE568-9D41-4A30-9FB7-A49601BFC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0E395D-0962-477D-9A8C-DC609F581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840212-D46A-4230-863C-A3651449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D2AD667-747D-4F58-ACE1-E0B021C2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6ECA37-DF50-447B-ADD6-4AF108D0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18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A0AF0-9E97-48F9-B7D0-C190B3B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FA57A3-9B6D-45F7-8205-FBC675A9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01B35C-B54D-4ED7-BA53-7F479367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90AF03-3247-45CF-8858-CAECA3DF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89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DDD1E5-6802-42A5-BE97-2BEEADCB9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684702-3426-49AD-B919-6643D585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A1A141-628E-4033-85B3-D9B12F27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94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B2629-8923-420D-AF2E-B4EABECA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1D836-7559-42D2-ADBA-FBD8A05D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8DA87B-12EC-4A10-A33F-D6FD75156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774547-88EC-4642-9888-069A2C42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F15E9D-A482-414C-B935-8B0BAA05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848D1A-75E0-4E92-A97A-06EE1149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45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B9A9B-7C97-406B-8F4B-E8FA45B4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90EF5E-E85E-47DD-BF97-1ECBC97C8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8E4CCC-AE31-4073-90D4-AD7EBFA68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476756-78D3-48A0-A920-E300447A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F5D6F0-0C15-4F7B-9D1B-256B65D3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046FA9-5D9C-4D1E-BF1A-F93F7DA5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76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86E4E-267A-4993-B9E9-1CE37766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5BBBF-B45C-4C14-8B7C-AE0989410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F61E35-25FD-49DB-A00B-3EBC1DD0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F0988-1BAC-4BA0-B6E3-BCCD7CCF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F26F1-DC0A-4010-AF00-C35704BF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48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3D15E8-769E-4419-B5A8-B84710AB3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4EB5ED-DE54-4C47-BDE2-167CA4A01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82852C-C426-4F2A-9B97-FD656226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54DCCF-41FE-4A75-8906-F145E4C3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02120D-7FBB-47EE-AD8C-F4D78B7C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03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E74941F-1E43-4CBA-ABC0-3E541C25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53540B-C648-4BDB-B33A-03B73132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1114C4-B4E6-4F5A-8DB3-C7760BB0E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0BD4D-9361-4945-A727-8643191B69C8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F2F2DD-652C-41F3-9F0F-7F9056CBB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118A90-727A-43FF-9BAE-E2B2CD5E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5E993-A0DA-427F-BA17-CECEB25E65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3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EB956F0-A4AE-4429-AFFD-3079106F537D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78000">
                <a:schemeClr val="tx1">
                  <a:alpha val="49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12" descr="Frommers | Guide - Tokyo">
            <a:extLst>
              <a:ext uri="{FF2B5EF4-FFF2-40B4-BE49-F238E27FC236}">
                <a16:creationId xmlns:a16="http://schemas.microsoft.com/office/drawing/2014/main" id="{449AC205-81DB-4D59-9C03-E903461A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9" t="42632" r="17304" b="40016"/>
          <a:stretch>
            <a:fillRect/>
          </a:stretch>
        </p:blipFill>
        <p:spPr bwMode="auto">
          <a:xfrm>
            <a:off x="2146836" y="2927350"/>
            <a:ext cx="7935473" cy="1188886"/>
          </a:xfrm>
          <a:custGeom>
            <a:avLst/>
            <a:gdLst/>
            <a:ahLst/>
            <a:cxnLst/>
            <a:rect l="l" t="t" r="r" b="b"/>
            <a:pathLst>
              <a:path w="7935473" h="1188886">
                <a:moveTo>
                  <a:pt x="5781349" y="610525"/>
                </a:moveTo>
                <a:cubicBezTo>
                  <a:pt x="5746709" y="622897"/>
                  <a:pt x="5710626" y="633825"/>
                  <a:pt x="5673100" y="643310"/>
                </a:cubicBezTo>
                <a:cubicBezTo>
                  <a:pt x="5621965" y="656918"/>
                  <a:pt x="5589593" y="670320"/>
                  <a:pt x="5575985" y="683516"/>
                </a:cubicBezTo>
                <a:cubicBezTo>
                  <a:pt x="5561964" y="697125"/>
                  <a:pt x="5554954" y="712589"/>
                  <a:pt x="5554954" y="729909"/>
                </a:cubicBezTo>
                <a:cubicBezTo>
                  <a:pt x="5554954" y="749703"/>
                  <a:pt x="5561861" y="765889"/>
                  <a:pt x="5575676" y="778466"/>
                </a:cubicBezTo>
                <a:cubicBezTo>
                  <a:pt x="5589491" y="791044"/>
                  <a:pt x="5609800" y="797333"/>
                  <a:pt x="5636605" y="797333"/>
                </a:cubicBezTo>
                <a:cubicBezTo>
                  <a:pt x="5664646" y="797333"/>
                  <a:pt x="5690729" y="790528"/>
                  <a:pt x="5714853" y="776920"/>
                </a:cubicBezTo>
                <a:cubicBezTo>
                  <a:pt x="5738977" y="763312"/>
                  <a:pt x="5756091" y="746713"/>
                  <a:pt x="5766194" y="727125"/>
                </a:cubicBezTo>
                <a:cubicBezTo>
                  <a:pt x="5776298" y="707537"/>
                  <a:pt x="5781349" y="682073"/>
                  <a:pt x="5781349" y="650732"/>
                </a:cubicBezTo>
                <a:close/>
                <a:moveTo>
                  <a:pt x="2961949" y="610525"/>
                </a:moveTo>
                <a:cubicBezTo>
                  <a:pt x="2927310" y="622897"/>
                  <a:pt x="2891227" y="633825"/>
                  <a:pt x="2853701" y="643310"/>
                </a:cubicBezTo>
                <a:cubicBezTo>
                  <a:pt x="2802565" y="656918"/>
                  <a:pt x="2770194" y="670320"/>
                  <a:pt x="2756585" y="683516"/>
                </a:cubicBezTo>
                <a:cubicBezTo>
                  <a:pt x="2742564" y="697125"/>
                  <a:pt x="2735554" y="712589"/>
                  <a:pt x="2735554" y="729909"/>
                </a:cubicBezTo>
                <a:cubicBezTo>
                  <a:pt x="2735554" y="749703"/>
                  <a:pt x="2742461" y="765889"/>
                  <a:pt x="2756276" y="778466"/>
                </a:cubicBezTo>
                <a:cubicBezTo>
                  <a:pt x="2770091" y="791044"/>
                  <a:pt x="2790400" y="797333"/>
                  <a:pt x="2817205" y="797333"/>
                </a:cubicBezTo>
                <a:cubicBezTo>
                  <a:pt x="2845246" y="797333"/>
                  <a:pt x="2871330" y="790528"/>
                  <a:pt x="2895454" y="776920"/>
                </a:cubicBezTo>
                <a:cubicBezTo>
                  <a:pt x="2919578" y="763312"/>
                  <a:pt x="2936691" y="746713"/>
                  <a:pt x="2946795" y="727125"/>
                </a:cubicBezTo>
                <a:cubicBezTo>
                  <a:pt x="2956898" y="707537"/>
                  <a:pt x="2961949" y="682073"/>
                  <a:pt x="2961949" y="650732"/>
                </a:cubicBezTo>
                <a:close/>
                <a:moveTo>
                  <a:pt x="1992367" y="432997"/>
                </a:moveTo>
                <a:cubicBezTo>
                  <a:pt x="1960202" y="432997"/>
                  <a:pt x="1934531" y="444647"/>
                  <a:pt x="1915355" y="467946"/>
                </a:cubicBezTo>
                <a:cubicBezTo>
                  <a:pt x="1896180" y="491245"/>
                  <a:pt x="1886592" y="529906"/>
                  <a:pt x="1886592" y="583927"/>
                </a:cubicBezTo>
                <a:cubicBezTo>
                  <a:pt x="1886592" y="631351"/>
                  <a:pt x="1896695" y="666506"/>
                  <a:pt x="1916902" y="689393"/>
                </a:cubicBezTo>
                <a:cubicBezTo>
                  <a:pt x="1937108" y="712280"/>
                  <a:pt x="1963707" y="723723"/>
                  <a:pt x="1996697" y="723723"/>
                </a:cubicBezTo>
                <a:cubicBezTo>
                  <a:pt x="2028037" y="723723"/>
                  <a:pt x="2054327" y="711867"/>
                  <a:pt x="2075564" y="688156"/>
                </a:cubicBezTo>
                <a:cubicBezTo>
                  <a:pt x="2096802" y="664444"/>
                  <a:pt x="2107420" y="628670"/>
                  <a:pt x="2107420" y="580834"/>
                </a:cubicBezTo>
                <a:cubicBezTo>
                  <a:pt x="2107420" y="532998"/>
                  <a:pt x="2096286" y="496400"/>
                  <a:pt x="2074018" y="471039"/>
                </a:cubicBezTo>
                <a:cubicBezTo>
                  <a:pt x="2051749" y="445678"/>
                  <a:pt x="2024532" y="432997"/>
                  <a:pt x="1992367" y="432997"/>
                </a:cubicBezTo>
                <a:close/>
                <a:moveTo>
                  <a:pt x="7600210" y="265365"/>
                </a:moveTo>
                <a:lnTo>
                  <a:pt x="7851967" y="265365"/>
                </a:lnTo>
                <a:lnTo>
                  <a:pt x="7851967" y="922283"/>
                </a:lnTo>
                <a:lnTo>
                  <a:pt x="7600210" y="922283"/>
                </a:lnTo>
                <a:close/>
                <a:moveTo>
                  <a:pt x="4600203" y="265365"/>
                </a:moveTo>
                <a:lnTo>
                  <a:pt x="5209491" y="265365"/>
                </a:lnTo>
                <a:lnTo>
                  <a:pt x="5209491" y="412584"/>
                </a:lnTo>
                <a:lnTo>
                  <a:pt x="4877929" y="750322"/>
                </a:lnTo>
                <a:lnTo>
                  <a:pt x="5229904" y="750322"/>
                </a:lnTo>
                <a:lnTo>
                  <a:pt x="5229904" y="922283"/>
                </a:lnTo>
                <a:lnTo>
                  <a:pt x="4575460" y="922283"/>
                </a:lnTo>
                <a:lnTo>
                  <a:pt x="4575460" y="758982"/>
                </a:lnTo>
                <a:lnTo>
                  <a:pt x="4890369" y="437327"/>
                </a:lnTo>
                <a:lnTo>
                  <a:pt x="4600203" y="437327"/>
                </a:lnTo>
                <a:close/>
                <a:moveTo>
                  <a:pt x="4218836" y="265365"/>
                </a:moveTo>
                <a:lnTo>
                  <a:pt x="4470592" y="265365"/>
                </a:lnTo>
                <a:lnTo>
                  <a:pt x="4470592" y="922283"/>
                </a:lnTo>
                <a:lnTo>
                  <a:pt x="4218836" y="922283"/>
                </a:lnTo>
                <a:close/>
                <a:moveTo>
                  <a:pt x="7025843" y="250520"/>
                </a:moveTo>
                <a:lnTo>
                  <a:pt x="6926795" y="576504"/>
                </a:lnTo>
                <a:lnTo>
                  <a:pt x="7125935" y="576504"/>
                </a:lnTo>
                <a:close/>
                <a:moveTo>
                  <a:pt x="5661966" y="250520"/>
                </a:moveTo>
                <a:cubicBezTo>
                  <a:pt x="5737431" y="250520"/>
                  <a:pt x="5798050" y="254746"/>
                  <a:pt x="5843824" y="263200"/>
                </a:cubicBezTo>
                <a:cubicBezTo>
                  <a:pt x="5889598" y="271654"/>
                  <a:pt x="5927743" y="289283"/>
                  <a:pt x="5958259" y="316088"/>
                </a:cubicBezTo>
                <a:cubicBezTo>
                  <a:pt x="5979703" y="334645"/>
                  <a:pt x="5996610" y="360934"/>
                  <a:pt x="6008982" y="394955"/>
                </a:cubicBezTo>
                <a:cubicBezTo>
                  <a:pt x="6021353" y="428976"/>
                  <a:pt x="6027539" y="461451"/>
                  <a:pt x="6027539" y="492379"/>
                </a:cubicBezTo>
                <a:lnTo>
                  <a:pt x="6027539" y="782487"/>
                </a:lnTo>
                <a:cubicBezTo>
                  <a:pt x="6027539" y="813415"/>
                  <a:pt x="6029497" y="837643"/>
                  <a:pt x="6033415" y="855169"/>
                </a:cubicBezTo>
                <a:cubicBezTo>
                  <a:pt x="6037333" y="872695"/>
                  <a:pt x="6045889" y="895066"/>
                  <a:pt x="6059086" y="922283"/>
                </a:cubicBezTo>
                <a:lnTo>
                  <a:pt x="5822793" y="922283"/>
                </a:lnTo>
                <a:cubicBezTo>
                  <a:pt x="5813308" y="905376"/>
                  <a:pt x="5807123" y="892489"/>
                  <a:pt x="5804236" y="883623"/>
                </a:cubicBezTo>
                <a:cubicBezTo>
                  <a:pt x="5801350" y="874757"/>
                  <a:pt x="5798463" y="860839"/>
                  <a:pt x="5795576" y="841870"/>
                </a:cubicBezTo>
                <a:cubicBezTo>
                  <a:pt x="5762586" y="873623"/>
                  <a:pt x="5729802" y="896303"/>
                  <a:pt x="5697224" y="909912"/>
                </a:cubicBezTo>
                <a:cubicBezTo>
                  <a:pt x="5652687" y="928056"/>
                  <a:pt x="5600934" y="937129"/>
                  <a:pt x="5541964" y="937129"/>
                </a:cubicBezTo>
                <a:cubicBezTo>
                  <a:pt x="5463612" y="937129"/>
                  <a:pt x="5404126" y="918984"/>
                  <a:pt x="5363507" y="882695"/>
                </a:cubicBezTo>
                <a:cubicBezTo>
                  <a:pt x="5322888" y="846406"/>
                  <a:pt x="5302578" y="801663"/>
                  <a:pt x="5302578" y="748466"/>
                </a:cubicBezTo>
                <a:cubicBezTo>
                  <a:pt x="5302578" y="698568"/>
                  <a:pt x="5317218" y="657537"/>
                  <a:pt x="5346497" y="625371"/>
                </a:cubicBezTo>
                <a:cubicBezTo>
                  <a:pt x="5375776" y="593206"/>
                  <a:pt x="5429797" y="569288"/>
                  <a:pt x="5508561" y="553617"/>
                </a:cubicBezTo>
                <a:cubicBezTo>
                  <a:pt x="5602996" y="534648"/>
                  <a:pt x="5664234" y="521349"/>
                  <a:pt x="5692276" y="513720"/>
                </a:cubicBezTo>
                <a:cubicBezTo>
                  <a:pt x="5720317" y="506091"/>
                  <a:pt x="5750009" y="496091"/>
                  <a:pt x="5781349" y="483719"/>
                </a:cubicBezTo>
                <a:cubicBezTo>
                  <a:pt x="5781349" y="452791"/>
                  <a:pt x="5774957" y="431141"/>
                  <a:pt x="5762174" y="418770"/>
                </a:cubicBezTo>
                <a:cubicBezTo>
                  <a:pt x="5749390" y="406399"/>
                  <a:pt x="5726915" y="400213"/>
                  <a:pt x="5694750" y="400213"/>
                </a:cubicBezTo>
                <a:cubicBezTo>
                  <a:pt x="5653512" y="400213"/>
                  <a:pt x="5622584" y="406811"/>
                  <a:pt x="5601965" y="420007"/>
                </a:cubicBezTo>
                <a:cubicBezTo>
                  <a:pt x="5585882" y="430316"/>
                  <a:pt x="5572892" y="449698"/>
                  <a:pt x="5562995" y="478152"/>
                </a:cubicBezTo>
                <a:lnTo>
                  <a:pt x="5322373" y="452791"/>
                </a:lnTo>
                <a:cubicBezTo>
                  <a:pt x="5331445" y="410729"/>
                  <a:pt x="5344538" y="377635"/>
                  <a:pt x="5361652" y="353511"/>
                </a:cubicBezTo>
                <a:cubicBezTo>
                  <a:pt x="5378765" y="329387"/>
                  <a:pt x="5403405" y="308459"/>
                  <a:pt x="5435570" y="290726"/>
                </a:cubicBezTo>
                <a:cubicBezTo>
                  <a:pt x="5458664" y="277943"/>
                  <a:pt x="5490416" y="268046"/>
                  <a:pt x="5530830" y="261035"/>
                </a:cubicBezTo>
                <a:cubicBezTo>
                  <a:pt x="5571243" y="254025"/>
                  <a:pt x="5614955" y="250520"/>
                  <a:pt x="5661966" y="250520"/>
                </a:cubicBezTo>
                <a:close/>
                <a:moveTo>
                  <a:pt x="3833798" y="250520"/>
                </a:moveTo>
                <a:cubicBezTo>
                  <a:pt x="3903490" y="250520"/>
                  <a:pt x="3958027" y="271241"/>
                  <a:pt x="3997409" y="312686"/>
                </a:cubicBezTo>
                <a:cubicBezTo>
                  <a:pt x="4036791" y="354129"/>
                  <a:pt x="4056483" y="418151"/>
                  <a:pt x="4056483" y="504751"/>
                </a:cubicBezTo>
                <a:lnTo>
                  <a:pt x="4056483" y="922283"/>
                </a:lnTo>
                <a:lnTo>
                  <a:pt x="3803489" y="922283"/>
                </a:lnTo>
                <a:lnTo>
                  <a:pt x="3803489" y="561040"/>
                </a:lnTo>
                <a:cubicBezTo>
                  <a:pt x="3803489" y="519802"/>
                  <a:pt x="3795860" y="490627"/>
                  <a:pt x="3780603" y="473513"/>
                </a:cubicBezTo>
                <a:cubicBezTo>
                  <a:pt x="3765344" y="456399"/>
                  <a:pt x="3743900" y="447842"/>
                  <a:pt x="3716271" y="447842"/>
                </a:cubicBezTo>
                <a:cubicBezTo>
                  <a:pt x="3685755" y="447842"/>
                  <a:pt x="3661012" y="459389"/>
                  <a:pt x="3642043" y="482482"/>
                </a:cubicBezTo>
                <a:cubicBezTo>
                  <a:pt x="3623073" y="505575"/>
                  <a:pt x="3613589" y="547019"/>
                  <a:pt x="3613589" y="606814"/>
                </a:cubicBezTo>
                <a:lnTo>
                  <a:pt x="3613589" y="922283"/>
                </a:lnTo>
                <a:lnTo>
                  <a:pt x="3361832" y="922283"/>
                </a:lnTo>
                <a:lnTo>
                  <a:pt x="3361832" y="265365"/>
                </a:lnTo>
                <a:lnTo>
                  <a:pt x="3596269" y="265365"/>
                </a:lnTo>
                <a:lnTo>
                  <a:pt x="3596269" y="372377"/>
                </a:lnTo>
                <a:cubicBezTo>
                  <a:pt x="3631321" y="328665"/>
                  <a:pt x="3666786" y="297428"/>
                  <a:pt x="3702662" y="278664"/>
                </a:cubicBezTo>
                <a:cubicBezTo>
                  <a:pt x="3738539" y="259901"/>
                  <a:pt x="3782251" y="250520"/>
                  <a:pt x="3833798" y="250520"/>
                </a:cubicBezTo>
                <a:close/>
                <a:moveTo>
                  <a:pt x="2842566" y="250520"/>
                </a:moveTo>
                <a:cubicBezTo>
                  <a:pt x="2918031" y="250520"/>
                  <a:pt x="2978651" y="254746"/>
                  <a:pt x="3024425" y="263200"/>
                </a:cubicBezTo>
                <a:cubicBezTo>
                  <a:pt x="3070199" y="271654"/>
                  <a:pt x="3108344" y="289283"/>
                  <a:pt x="3138860" y="316088"/>
                </a:cubicBezTo>
                <a:cubicBezTo>
                  <a:pt x="3160304" y="334645"/>
                  <a:pt x="3177211" y="360934"/>
                  <a:pt x="3189582" y="394955"/>
                </a:cubicBezTo>
                <a:cubicBezTo>
                  <a:pt x="3201953" y="428976"/>
                  <a:pt x="3208139" y="461451"/>
                  <a:pt x="3208139" y="492379"/>
                </a:cubicBezTo>
                <a:lnTo>
                  <a:pt x="3208139" y="782487"/>
                </a:lnTo>
                <a:cubicBezTo>
                  <a:pt x="3208139" y="813415"/>
                  <a:pt x="3210098" y="837643"/>
                  <a:pt x="3214015" y="855169"/>
                </a:cubicBezTo>
                <a:cubicBezTo>
                  <a:pt x="3217933" y="872695"/>
                  <a:pt x="3226490" y="895066"/>
                  <a:pt x="3239686" y="922283"/>
                </a:cubicBezTo>
                <a:lnTo>
                  <a:pt x="3003393" y="922283"/>
                </a:lnTo>
                <a:cubicBezTo>
                  <a:pt x="2993909" y="905376"/>
                  <a:pt x="2987723" y="892489"/>
                  <a:pt x="2984836" y="883623"/>
                </a:cubicBezTo>
                <a:cubicBezTo>
                  <a:pt x="2981950" y="874757"/>
                  <a:pt x="2979063" y="860839"/>
                  <a:pt x="2976176" y="841870"/>
                </a:cubicBezTo>
                <a:cubicBezTo>
                  <a:pt x="2943187" y="873623"/>
                  <a:pt x="2910402" y="896303"/>
                  <a:pt x="2877824" y="909912"/>
                </a:cubicBezTo>
                <a:cubicBezTo>
                  <a:pt x="2833288" y="928056"/>
                  <a:pt x="2781534" y="937129"/>
                  <a:pt x="2722564" y="937129"/>
                </a:cubicBezTo>
                <a:cubicBezTo>
                  <a:pt x="2644212" y="937129"/>
                  <a:pt x="2584727" y="918984"/>
                  <a:pt x="2544107" y="882695"/>
                </a:cubicBezTo>
                <a:cubicBezTo>
                  <a:pt x="2503488" y="846406"/>
                  <a:pt x="2483179" y="801663"/>
                  <a:pt x="2483179" y="748466"/>
                </a:cubicBezTo>
                <a:cubicBezTo>
                  <a:pt x="2483179" y="698568"/>
                  <a:pt x="2497819" y="657537"/>
                  <a:pt x="2527097" y="625371"/>
                </a:cubicBezTo>
                <a:cubicBezTo>
                  <a:pt x="2556376" y="593206"/>
                  <a:pt x="2610398" y="569288"/>
                  <a:pt x="2689161" y="553617"/>
                </a:cubicBezTo>
                <a:cubicBezTo>
                  <a:pt x="2783596" y="534648"/>
                  <a:pt x="2844834" y="521349"/>
                  <a:pt x="2872876" y="513720"/>
                </a:cubicBezTo>
                <a:cubicBezTo>
                  <a:pt x="2900917" y="506091"/>
                  <a:pt x="2930609" y="496091"/>
                  <a:pt x="2961949" y="483719"/>
                </a:cubicBezTo>
                <a:cubicBezTo>
                  <a:pt x="2961949" y="452791"/>
                  <a:pt x="2955558" y="431141"/>
                  <a:pt x="2942774" y="418770"/>
                </a:cubicBezTo>
                <a:cubicBezTo>
                  <a:pt x="2929990" y="406399"/>
                  <a:pt x="2907515" y="400213"/>
                  <a:pt x="2875350" y="400213"/>
                </a:cubicBezTo>
                <a:cubicBezTo>
                  <a:pt x="2834112" y="400213"/>
                  <a:pt x="2803184" y="406811"/>
                  <a:pt x="2782565" y="420007"/>
                </a:cubicBezTo>
                <a:cubicBezTo>
                  <a:pt x="2766482" y="430316"/>
                  <a:pt x="2753492" y="449698"/>
                  <a:pt x="2743596" y="478152"/>
                </a:cubicBezTo>
                <a:lnTo>
                  <a:pt x="2502973" y="452791"/>
                </a:lnTo>
                <a:cubicBezTo>
                  <a:pt x="2512045" y="410729"/>
                  <a:pt x="2525138" y="377635"/>
                  <a:pt x="2542252" y="353511"/>
                </a:cubicBezTo>
                <a:cubicBezTo>
                  <a:pt x="2559365" y="329387"/>
                  <a:pt x="2584005" y="308459"/>
                  <a:pt x="2616170" y="290726"/>
                </a:cubicBezTo>
                <a:cubicBezTo>
                  <a:pt x="2639264" y="277943"/>
                  <a:pt x="2671017" y="268046"/>
                  <a:pt x="2711430" y="261035"/>
                </a:cubicBezTo>
                <a:cubicBezTo>
                  <a:pt x="2751843" y="254025"/>
                  <a:pt x="2795555" y="250520"/>
                  <a:pt x="2842566" y="250520"/>
                </a:cubicBezTo>
                <a:close/>
                <a:moveTo>
                  <a:pt x="1903912" y="250520"/>
                </a:moveTo>
                <a:cubicBezTo>
                  <a:pt x="1955047" y="250520"/>
                  <a:pt x="1997213" y="259179"/>
                  <a:pt x="2030409" y="276499"/>
                </a:cubicBezTo>
                <a:cubicBezTo>
                  <a:pt x="2063605" y="293819"/>
                  <a:pt x="2094637" y="322480"/>
                  <a:pt x="2123503" y="362480"/>
                </a:cubicBezTo>
                <a:lnTo>
                  <a:pt x="2123503" y="265365"/>
                </a:lnTo>
                <a:lnTo>
                  <a:pt x="2359177" y="265365"/>
                </a:lnTo>
                <a:lnTo>
                  <a:pt x="2359177" y="885788"/>
                </a:lnTo>
                <a:lnTo>
                  <a:pt x="2359796" y="914860"/>
                </a:lnTo>
                <a:cubicBezTo>
                  <a:pt x="2359796" y="956098"/>
                  <a:pt x="2351033" y="995377"/>
                  <a:pt x="2333506" y="1032697"/>
                </a:cubicBezTo>
                <a:cubicBezTo>
                  <a:pt x="2315980" y="1070018"/>
                  <a:pt x="2292682" y="1100224"/>
                  <a:pt x="2263608" y="1123317"/>
                </a:cubicBezTo>
                <a:cubicBezTo>
                  <a:pt x="2234536" y="1146411"/>
                  <a:pt x="2197628" y="1163112"/>
                  <a:pt x="2152885" y="1173421"/>
                </a:cubicBezTo>
                <a:cubicBezTo>
                  <a:pt x="2108142" y="1183731"/>
                  <a:pt x="2056904" y="1188886"/>
                  <a:pt x="1999171" y="1188886"/>
                </a:cubicBezTo>
                <a:cubicBezTo>
                  <a:pt x="1867210" y="1188886"/>
                  <a:pt x="1776590" y="1169091"/>
                  <a:pt x="1727311" y="1129503"/>
                </a:cubicBezTo>
                <a:cubicBezTo>
                  <a:pt x="1678032" y="1089915"/>
                  <a:pt x="1653392" y="1036924"/>
                  <a:pt x="1653392" y="970531"/>
                </a:cubicBezTo>
                <a:cubicBezTo>
                  <a:pt x="1653392" y="962284"/>
                  <a:pt x="1653805" y="951150"/>
                  <a:pt x="1654629" y="937129"/>
                </a:cubicBezTo>
                <a:lnTo>
                  <a:pt x="1898963" y="964964"/>
                </a:lnTo>
                <a:cubicBezTo>
                  <a:pt x="1905149" y="987645"/>
                  <a:pt x="1914634" y="1003315"/>
                  <a:pt x="1927417" y="1011975"/>
                </a:cubicBezTo>
                <a:cubicBezTo>
                  <a:pt x="1945974" y="1024759"/>
                  <a:pt x="1969274" y="1031151"/>
                  <a:pt x="1997316" y="1031151"/>
                </a:cubicBezTo>
                <a:cubicBezTo>
                  <a:pt x="2033605" y="1031151"/>
                  <a:pt x="2060718" y="1021460"/>
                  <a:pt x="2078657" y="1002078"/>
                </a:cubicBezTo>
                <a:cubicBezTo>
                  <a:pt x="2096595" y="982697"/>
                  <a:pt x="2105565" y="948882"/>
                  <a:pt x="2105565" y="900633"/>
                </a:cubicBezTo>
                <a:lnTo>
                  <a:pt x="2105565" y="801044"/>
                </a:lnTo>
                <a:cubicBezTo>
                  <a:pt x="2080822" y="830323"/>
                  <a:pt x="2056079" y="851560"/>
                  <a:pt x="2031337" y="864756"/>
                </a:cubicBezTo>
                <a:cubicBezTo>
                  <a:pt x="1992573" y="885375"/>
                  <a:pt x="1950717" y="895685"/>
                  <a:pt x="1905768" y="895685"/>
                </a:cubicBezTo>
                <a:cubicBezTo>
                  <a:pt x="1817931" y="895685"/>
                  <a:pt x="1747002" y="857334"/>
                  <a:pt x="1692980" y="780631"/>
                </a:cubicBezTo>
                <a:cubicBezTo>
                  <a:pt x="1654629" y="726197"/>
                  <a:pt x="1635454" y="654237"/>
                  <a:pt x="1635454" y="564752"/>
                </a:cubicBezTo>
                <a:cubicBezTo>
                  <a:pt x="1635454" y="462482"/>
                  <a:pt x="1660197" y="384543"/>
                  <a:pt x="1709682" y="330933"/>
                </a:cubicBezTo>
                <a:cubicBezTo>
                  <a:pt x="1759167" y="277324"/>
                  <a:pt x="1823911" y="250520"/>
                  <a:pt x="1903912" y="250520"/>
                </a:cubicBezTo>
                <a:close/>
                <a:moveTo>
                  <a:pt x="1473571" y="250520"/>
                </a:moveTo>
                <a:cubicBezTo>
                  <a:pt x="1510685" y="250520"/>
                  <a:pt x="1551304" y="262066"/>
                  <a:pt x="1595428" y="285159"/>
                </a:cubicBezTo>
                <a:lnTo>
                  <a:pt x="1517489" y="464544"/>
                </a:lnTo>
                <a:cubicBezTo>
                  <a:pt x="1487798" y="452172"/>
                  <a:pt x="1464292" y="445987"/>
                  <a:pt x="1446972" y="445987"/>
                </a:cubicBezTo>
                <a:cubicBezTo>
                  <a:pt x="1413982" y="445987"/>
                  <a:pt x="1388415" y="459595"/>
                  <a:pt x="1370270" y="486812"/>
                </a:cubicBezTo>
                <a:cubicBezTo>
                  <a:pt x="1344290" y="525163"/>
                  <a:pt x="1331300" y="596917"/>
                  <a:pt x="1331300" y="702073"/>
                </a:cubicBezTo>
                <a:lnTo>
                  <a:pt x="1331300" y="922283"/>
                </a:lnTo>
                <a:lnTo>
                  <a:pt x="1078307" y="922283"/>
                </a:lnTo>
                <a:lnTo>
                  <a:pt x="1078307" y="265365"/>
                </a:lnTo>
                <a:lnTo>
                  <a:pt x="1313980" y="265365"/>
                </a:lnTo>
                <a:lnTo>
                  <a:pt x="1313980" y="372996"/>
                </a:lnTo>
                <a:cubicBezTo>
                  <a:pt x="1336661" y="326397"/>
                  <a:pt x="1360064" y="294335"/>
                  <a:pt x="1384188" y="276809"/>
                </a:cubicBezTo>
                <a:cubicBezTo>
                  <a:pt x="1408312" y="259282"/>
                  <a:pt x="1438106" y="250520"/>
                  <a:pt x="1473571" y="250520"/>
                </a:cubicBezTo>
                <a:close/>
                <a:moveTo>
                  <a:pt x="467637" y="212168"/>
                </a:moveTo>
                <a:cubicBezTo>
                  <a:pt x="411141" y="212168"/>
                  <a:pt x="365779" y="232169"/>
                  <a:pt x="331552" y="272169"/>
                </a:cubicBezTo>
                <a:cubicBezTo>
                  <a:pt x="297325" y="312170"/>
                  <a:pt x="280211" y="378357"/>
                  <a:pt x="280211" y="470729"/>
                </a:cubicBezTo>
                <a:cubicBezTo>
                  <a:pt x="280211" y="562277"/>
                  <a:pt x="297222" y="628052"/>
                  <a:pt x="331243" y="668052"/>
                </a:cubicBezTo>
                <a:cubicBezTo>
                  <a:pt x="365264" y="708053"/>
                  <a:pt x="411553" y="728053"/>
                  <a:pt x="470111" y="728053"/>
                </a:cubicBezTo>
                <a:cubicBezTo>
                  <a:pt x="530318" y="728053"/>
                  <a:pt x="576917" y="708465"/>
                  <a:pt x="609907" y="669289"/>
                </a:cubicBezTo>
                <a:cubicBezTo>
                  <a:pt x="642897" y="630113"/>
                  <a:pt x="659392" y="559803"/>
                  <a:pt x="659392" y="458358"/>
                </a:cubicBezTo>
                <a:cubicBezTo>
                  <a:pt x="659392" y="372996"/>
                  <a:pt x="642175" y="310624"/>
                  <a:pt x="607742" y="271241"/>
                </a:cubicBezTo>
                <a:cubicBezTo>
                  <a:pt x="573309" y="231859"/>
                  <a:pt x="526607" y="212168"/>
                  <a:pt x="467637" y="212168"/>
                </a:cubicBezTo>
                <a:close/>
                <a:moveTo>
                  <a:pt x="6876459" y="15464"/>
                </a:moveTo>
                <a:lnTo>
                  <a:pt x="7182108" y="15464"/>
                </a:lnTo>
                <a:lnTo>
                  <a:pt x="7522861" y="922283"/>
                </a:lnTo>
                <a:lnTo>
                  <a:pt x="7229429" y="922283"/>
                </a:lnTo>
                <a:lnTo>
                  <a:pt x="7184061" y="772590"/>
                </a:lnTo>
                <a:lnTo>
                  <a:pt x="6865934" y="772590"/>
                </a:lnTo>
                <a:lnTo>
                  <a:pt x="6821735" y="922283"/>
                </a:lnTo>
                <a:lnTo>
                  <a:pt x="6535629" y="922283"/>
                </a:lnTo>
                <a:close/>
                <a:moveTo>
                  <a:pt x="4218836" y="15464"/>
                </a:moveTo>
                <a:lnTo>
                  <a:pt x="4470592" y="15464"/>
                </a:lnTo>
                <a:lnTo>
                  <a:pt x="4470592" y="186807"/>
                </a:lnTo>
                <a:lnTo>
                  <a:pt x="4218836" y="186807"/>
                </a:lnTo>
                <a:close/>
                <a:moveTo>
                  <a:pt x="7718975" y="0"/>
                </a:moveTo>
                <a:lnTo>
                  <a:pt x="7935473" y="0"/>
                </a:lnTo>
                <a:lnTo>
                  <a:pt x="7735676" y="184951"/>
                </a:lnTo>
                <a:lnTo>
                  <a:pt x="7615055" y="184951"/>
                </a:lnTo>
                <a:close/>
                <a:moveTo>
                  <a:pt x="468255" y="0"/>
                </a:moveTo>
                <a:cubicBezTo>
                  <a:pt x="619186" y="0"/>
                  <a:pt x="735476" y="40516"/>
                  <a:pt x="817127" y="121549"/>
                </a:cubicBezTo>
                <a:cubicBezTo>
                  <a:pt x="898778" y="202581"/>
                  <a:pt x="939603" y="316088"/>
                  <a:pt x="939603" y="462069"/>
                </a:cubicBezTo>
                <a:cubicBezTo>
                  <a:pt x="939603" y="568051"/>
                  <a:pt x="921768" y="654959"/>
                  <a:pt x="886097" y="722795"/>
                </a:cubicBezTo>
                <a:cubicBezTo>
                  <a:pt x="850427" y="790632"/>
                  <a:pt x="798879" y="843416"/>
                  <a:pt x="731455" y="881149"/>
                </a:cubicBezTo>
                <a:cubicBezTo>
                  <a:pt x="664032" y="918881"/>
                  <a:pt x="580010" y="937747"/>
                  <a:pt x="479390" y="937747"/>
                </a:cubicBezTo>
                <a:cubicBezTo>
                  <a:pt x="377120" y="937747"/>
                  <a:pt x="292479" y="921458"/>
                  <a:pt x="225468" y="888881"/>
                </a:cubicBezTo>
                <a:cubicBezTo>
                  <a:pt x="158456" y="856303"/>
                  <a:pt x="104125" y="804756"/>
                  <a:pt x="62475" y="734239"/>
                </a:cubicBezTo>
                <a:cubicBezTo>
                  <a:pt x="20825" y="663722"/>
                  <a:pt x="0" y="575473"/>
                  <a:pt x="0" y="469492"/>
                </a:cubicBezTo>
                <a:cubicBezTo>
                  <a:pt x="0" y="321449"/>
                  <a:pt x="41238" y="206189"/>
                  <a:pt x="123713" y="123713"/>
                </a:cubicBezTo>
                <a:cubicBezTo>
                  <a:pt x="206189" y="41238"/>
                  <a:pt x="321036" y="0"/>
                  <a:pt x="4682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9502A3-53B9-4E74-8DDC-61E3C0B3567E}"/>
              </a:ext>
            </a:extLst>
          </p:cNvPr>
          <p:cNvSpPr txBox="1"/>
          <p:nvPr/>
        </p:nvSpPr>
        <p:spPr>
          <a:xfrm>
            <a:off x="4525752" y="4433220"/>
            <a:ext cx="349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" panose="020B0502040204020203" pitchFamily="34" charset="0"/>
              </a:rPr>
              <a:t>Você organizado, foco dobrado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54625FF-BDDC-47CB-BE0F-6A79A56A7433}"/>
              </a:ext>
            </a:extLst>
          </p:cNvPr>
          <p:cNvSpPr txBox="1"/>
          <p:nvPr/>
        </p:nvSpPr>
        <p:spPr>
          <a:xfrm>
            <a:off x="114299" y="5705475"/>
            <a:ext cx="4411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Turma: 2TIV1</a:t>
            </a:r>
          </a:p>
          <a:p>
            <a:r>
              <a:rPr lang="pt-BR" dirty="0">
                <a:solidFill>
                  <a:schemeClr val="bg1"/>
                </a:solidFill>
              </a:rPr>
              <a:t>Alunos: </a:t>
            </a:r>
            <a:r>
              <a:rPr lang="pt-BR" dirty="0" err="1">
                <a:solidFill>
                  <a:schemeClr val="bg1"/>
                </a:solidFill>
              </a:rPr>
              <a:t>Waldson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Antonio</a:t>
            </a:r>
            <a:r>
              <a:rPr lang="pt-BR" dirty="0">
                <a:solidFill>
                  <a:schemeClr val="bg1"/>
                </a:solidFill>
              </a:rPr>
              <a:t> Lins Barbosa Junior e Gustavo das virgens</a:t>
            </a:r>
          </a:p>
        </p:txBody>
      </p:sp>
    </p:spTree>
    <p:extLst>
      <p:ext uri="{BB962C8B-B14F-4D97-AF65-F5344CB8AC3E}">
        <p14:creationId xmlns:p14="http://schemas.microsoft.com/office/powerpoint/2010/main" val="3369344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6A8364A-BCD9-43ED-8E80-A5A3F38853D3}"/>
              </a:ext>
            </a:extLst>
          </p:cNvPr>
          <p:cNvSpPr/>
          <p:nvPr/>
        </p:nvSpPr>
        <p:spPr>
          <a:xfrm rot="10800000">
            <a:off x="0" y="0"/>
            <a:ext cx="12192000" cy="3429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78000">
                <a:schemeClr val="tx1">
                  <a:alpha val="49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CEDA09-D75D-49D8-BBC2-BA3F2794178A}"/>
              </a:ext>
            </a:extLst>
          </p:cNvPr>
          <p:cNvSpPr txBox="1"/>
          <p:nvPr/>
        </p:nvSpPr>
        <p:spPr>
          <a:xfrm>
            <a:off x="333375" y="2047875"/>
            <a:ext cx="5886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João, o esquecidinho da turma</a:t>
            </a:r>
            <a:br>
              <a:rPr lang="pt-BR" dirty="0"/>
            </a:br>
            <a:r>
              <a:rPr lang="pt-BR" dirty="0"/>
              <a:t>17 anos | Estudante | </a:t>
            </a:r>
            <a:r>
              <a:rPr lang="pt-BR" dirty="0" err="1"/>
              <a:t>Streamer</a:t>
            </a:r>
            <a:r>
              <a:rPr lang="pt-BR" dirty="0"/>
              <a:t> | Atleta</a:t>
            </a:r>
          </a:p>
          <a:p>
            <a:r>
              <a:rPr lang="pt-BR" b="1" dirty="0"/>
              <a:t>Resumo visual e leve: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Vive perdendo provas, trabalhos... e até a mochila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Tem </a:t>
            </a:r>
            <a:r>
              <a:rPr lang="pt-BR" dirty="0" err="1"/>
              <a:t>post-its</a:t>
            </a:r>
            <a:r>
              <a:rPr lang="pt-BR" dirty="0"/>
              <a:t> por todo canto (só aumentam a bagunça)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Usa o celular mais de 5 horas por dia, mas nunca achou um app que realmente ajudasse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7D863C-0E86-4081-94C0-E244412EDC66}"/>
              </a:ext>
            </a:extLst>
          </p:cNvPr>
          <p:cNvSpPr txBox="1"/>
          <p:nvPr/>
        </p:nvSpPr>
        <p:spPr>
          <a:xfrm>
            <a:off x="1343046" y="1345168"/>
            <a:ext cx="290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MEU PERSONA</a:t>
            </a:r>
          </a:p>
        </p:txBody>
      </p:sp>
    </p:spTree>
    <p:extLst>
      <p:ext uri="{BB962C8B-B14F-4D97-AF65-F5344CB8AC3E}">
        <p14:creationId xmlns:p14="http://schemas.microsoft.com/office/powerpoint/2010/main" val="82786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6A8364A-BCD9-43ED-8E80-A5A3F38853D3}"/>
              </a:ext>
            </a:extLst>
          </p:cNvPr>
          <p:cNvSpPr/>
          <p:nvPr/>
        </p:nvSpPr>
        <p:spPr>
          <a:xfrm rot="5400000">
            <a:off x="-2527300" y="2527300"/>
            <a:ext cx="6858000" cy="18034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78000">
                <a:schemeClr val="tx1">
                  <a:alpha val="49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7D863C-0E86-4081-94C0-E244412EDC66}"/>
              </a:ext>
            </a:extLst>
          </p:cNvPr>
          <p:cNvSpPr txBox="1"/>
          <p:nvPr/>
        </p:nvSpPr>
        <p:spPr>
          <a:xfrm>
            <a:off x="771546" y="1370568"/>
            <a:ext cx="3851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Organização zero, stress mil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46AB144-3482-4FC7-9775-DEBB36559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1953737"/>
            <a:ext cx="49911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Muitos aplicativos são complicados demais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João precisa de algo simples, rápido e direto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que funcione no meio da correria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dirty="0">
                <a:latin typeface="Arial" panose="020B0604020202020204" pitchFamily="34" charset="0"/>
              </a:rPr>
              <a:t>Mas não tão simples como esse slide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891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FEA254-6470-436C-B59B-AD9E826E40EA}"/>
              </a:ext>
            </a:extLst>
          </p:cNvPr>
          <p:cNvSpPr/>
          <p:nvPr/>
        </p:nvSpPr>
        <p:spPr>
          <a:xfrm>
            <a:off x="0" y="0"/>
            <a:ext cx="85979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3C1422E-695D-4622-B6A7-5A38283EB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550" y="623887"/>
            <a:ext cx="2781300" cy="56102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933E3F2-3FDE-47BD-80BE-C05BFF052CCC}"/>
              </a:ext>
            </a:extLst>
          </p:cNvPr>
          <p:cNvSpPr txBox="1"/>
          <p:nvPr/>
        </p:nvSpPr>
        <p:spPr>
          <a:xfrm>
            <a:off x="533400" y="625474"/>
            <a:ext cx="753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Organiza Aí – o app que pensa como o João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16A816-2E99-4F25-B899-EBDEA9179E5A}"/>
              </a:ext>
            </a:extLst>
          </p:cNvPr>
          <p:cNvSpPr txBox="1"/>
          <p:nvPr/>
        </p:nvSpPr>
        <p:spPr>
          <a:xfrm>
            <a:off x="533400" y="1981200"/>
            <a:ext cx="7416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Organiza Aí</a:t>
            </a:r>
            <a:r>
              <a:rPr lang="pt-BR" dirty="0">
                <a:solidFill>
                  <a:schemeClr val="bg1"/>
                </a:solidFill>
              </a:rPr>
              <a:t> é um aplicativo de organização pessoal feito para quem vive na correria e precisa de praticidade no dia a dia. Ele foi pensado especialmente para jovens como o João — que têm muitas tarefas, horários apertados e pouca paciência para apps complicados.</a:t>
            </a:r>
          </a:p>
          <a:p>
            <a:r>
              <a:rPr lang="pt-BR" dirty="0">
                <a:solidFill>
                  <a:schemeClr val="bg1"/>
                </a:solidFill>
              </a:rPr>
              <a:t>Com um visual moderno e intuitivo, o app permite que o usuário: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Adicione tarefas rapidamente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Use cores para identificar prioridades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Receba alertas que realmente chamam atenção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Acompanhe seu progresso com estatísticas simples e recompensas motivadoras</a:t>
            </a:r>
          </a:p>
          <a:p>
            <a:r>
              <a:rPr lang="pt-BR" b="1" dirty="0">
                <a:solidFill>
                  <a:schemeClr val="bg1"/>
                </a:solidFill>
              </a:rPr>
              <a:t>Organiza Aí</a:t>
            </a:r>
            <a:r>
              <a:rPr lang="pt-BR" dirty="0">
                <a:solidFill>
                  <a:schemeClr val="bg1"/>
                </a:solidFill>
              </a:rPr>
              <a:t> ajuda você a não esquecer nada importante — de provas a recados da mãe — tudo isso de um jeito leve, direto e com a sua cara.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232553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FEA254-6470-436C-B59B-AD9E826E40EA}"/>
              </a:ext>
            </a:extLst>
          </p:cNvPr>
          <p:cNvSpPr/>
          <p:nvPr/>
        </p:nvSpPr>
        <p:spPr>
          <a:xfrm>
            <a:off x="3594100" y="0"/>
            <a:ext cx="85979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33E3F2-3FDE-47BD-80BE-C05BFF052CCC}"/>
              </a:ext>
            </a:extLst>
          </p:cNvPr>
          <p:cNvSpPr txBox="1"/>
          <p:nvPr/>
        </p:nvSpPr>
        <p:spPr>
          <a:xfrm>
            <a:off x="6159500" y="638173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Criação de tarefas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16A816-2E99-4F25-B899-EBDEA9179E5A}"/>
              </a:ext>
            </a:extLst>
          </p:cNvPr>
          <p:cNvSpPr txBox="1"/>
          <p:nvPr/>
        </p:nvSpPr>
        <p:spPr>
          <a:xfrm>
            <a:off x="4127500" y="1993899"/>
            <a:ext cx="7416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A tela de criação de tarefas do </a:t>
            </a:r>
            <a:r>
              <a:rPr lang="pt-BR" b="1" dirty="0">
                <a:solidFill>
                  <a:schemeClr val="bg2"/>
                </a:solidFill>
              </a:rPr>
              <a:t>Organiza Aí</a:t>
            </a:r>
            <a:r>
              <a:rPr lang="pt-BR" dirty="0">
                <a:solidFill>
                  <a:schemeClr val="bg2"/>
                </a:solidFill>
              </a:rPr>
              <a:t> foi pensada para ser rápida e funcional. Em poucos toques, o usuário consegue registrar qualquer compromisso sem perder tempo.</a:t>
            </a:r>
          </a:p>
          <a:p>
            <a:r>
              <a:rPr lang="pt-BR" dirty="0">
                <a:solidFill>
                  <a:schemeClr val="bg2"/>
                </a:solidFill>
              </a:rPr>
              <a:t>Ela permite adicionar: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Título da tarefa</a:t>
            </a:r>
            <a:r>
              <a:rPr lang="pt-BR" dirty="0">
                <a:solidFill>
                  <a:schemeClr val="bg2"/>
                </a:solidFill>
              </a:rPr>
              <a:t> (obrigatório)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Descrição</a:t>
            </a:r>
            <a:r>
              <a:rPr lang="pt-BR" dirty="0">
                <a:solidFill>
                  <a:schemeClr val="bg2"/>
                </a:solidFill>
              </a:rPr>
              <a:t> opcional, para dar mais detalhes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Data limite</a:t>
            </a:r>
            <a:r>
              <a:rPr lang="pt-BR" dirty="0">
                <a:solidFill>
                  <a:schemeClr val="bg2"/>
                </a:solidFill>
              </a:rPr>
              <a:t>, com indicação visual se estiver próxima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Prioridade</a:t>
            </a:r>
            <a:r>
              <a:rPr lang="pt-BR" dirty="0">
                <a:solidFill>
                  <a:schemeClr val="bg2"/>
                </a:solidFill>
              </a:rPr>
              <a:t>, destacada por cores (</a:t>
            </a:r>
            <a:r>
              <a:rPr lang="pt-BR" dirty="0" err="1">
                <a:solidFill>
                  <a:schemeClr val="bg2"/>
                </a:solidFill>
              </a:rPr>
              <a:t>ex</a:t>
            </a:r>
            <a:r>
              <a:rPr lang="pt-BR" dirty="0">
                <a:solidFill>
                  <a:schemeClr val="bg2"/>
                </a:solidFill>
              </a:rPr>
              <a:t>: vermelha para "Alta")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Horário específico</a:t>
            </a:r>
            <a:endParaRPr lang="pt-BR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/>
                </a:solidFill>
              </a:rPr>
              <a:t>Categoria</a:t>
            </a:r>
            <a:r>
              <a:rPr lang="pt-BR" dirty="0">
                <a:solidFill>
                  <a:schemeClr val="bg2"/>
                </a:solidFill>
              </a:rPr>
              <a:t>, como Trabalho, Estudos ou Pessoal</a:t>
            </a:r>
          </a:p>
          <a:p>
            <a:r>
              <a:rPr lang="pt-BR" dirty="0">
                <a:solidFill>
                  <a:schemeClr val="bg2"/>
                </a:solidFill>
              </a:rPr>
              <a:t>No final, há dois botões de ação bem visíveis: </a:t>
            </a:r>
            <a:r>
              <a:rPr lang="pt-BR" b="1" dirty="0">
                <a:solidFill>
                  <a:schemeClr val="bg2"/>
                </a:solidFill>
              </a:rPr>
              <a:t>"Cancelar"</a:t>
            </a:r>
            <a:r>
              <a:rPr lang="pt-BR" dirty="0">
                <a:solidFill>
                  <a:schemeClr val="bg2"/>
                </a:solidFill>
              </a:rPr>
              <a:t> e </a:t>
            </a:r>
            <a:r>
              <a:rPr lang="pt-BR" b="1" dirty="0">
                <a:solidFill>
                  <a:schemeClr val="bg2"/>
                </a:solidFill>
              </a:rPr>
              <a:t>"Adicionar"</a:t>
            </a:r>
            <a:r>
              <a:rPr lang="pt-BR" dirty="0">
                <a:solidFill>
                  <a:schemeClr val="bg2"/>
                </a:solidFill>
              </a:rPr>
              <a:t>, com cores contrastantes que facilitam o uso até em ambientes com pouca atenção.</a:t>
            </a:r>
          </a:p>
          <a:p>
            <a:r>
              <a:rPr lang="pt-BR" dirty="0">
                <a:solidFill>
                  <a:schemeClr val="bg2"/>
                </a:solidFill>
              </a:rPr>
              <a:t>Esse design direto evita distrações e atende o objetivo principal do app: </a:t>
            </a:r>
            <a:r>
              <a:rPr lang="pt-BR" b="1" dirty="0">
                <a:solidFill>
                  <a:schemeClr val="bg2"/>
                </a:solidFill>
              </a:rPr>
              <a:t>ajudar quem precisa se organizar sem complicação.</a:t>
            </a:r>
            <a:endParaRPr lang="pt-BR" dirty="0">
              <a:solidFill>
                <a:schemeClr val="bg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9C870B-5E16-472E-8921-3178FD6A4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12" y="638173"/>
            <a:ext cx="28479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27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FEA254-6470-436C-B59B-AD9E826E40EA}"/>
              </a:ext>
            </a:extLst>
          </p:cNvPr>
          <p:cNvSpPr/>
          <p:nvPr/>
        </p:nvSpPr>
        <p:spPr>
          <a:xfrm>
            <a:off x="0" y="0"/>
            <a:ext cx="85979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33E3F2-3FDE-47BD-80BE-C05BFF052CCC}"/>
              </a:ext>
            </a:extLst>
          </p:cNvPr>
          <p:cNvSpPr txBox="1"/>
          <p:nvPr/>
        </p:nvSpPr>
        <p:spPr>
          <a:xfrm>
            <a:off x="1670050" y="623887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Edição e conclusão de tarefas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16A816-2E99-4F25-B899-EBDEA9179E5A}"/>
              </a:ext>
            </a:extLst>
          </p:cNvPr>
          <p:cNvSpPr txBox="1"/>
          <p:nvPr/>
        </p:nvSpPr>
        <p:spPr>
          <a:xfrm>
            <a:off x="533400" y="1981200"/>
            <a:ext cx="7416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tela de edição permite ao usuário </a:t>
            </a:r>
            <a:r>
              <a:rPr lang="pt-BR" b="1" dirty="0">
                <a:solidFill>
                  <a:schemeClr val="bg1"/>
                </a:solidFill>
              </a:rPr>
              <a:t>visualizar, ajustar e finalizar</a:t>
            </a:r>
            <a:r>
              <a:rPr lang="pt-BR" dirty="0">
                <a:solidFill>
                  <a:schemeClr val="bg1"/>
                </a:solidFill>
              </a:rPr>
              <a:t> tarefas já criadas de forma rápida e intuitiva.</a:t>
            </a:r>
          </a:p>
          <a:p>
            <a:r>
              <a:rPr lang="pt-BR" dirty="0">
                <a:solidFill>
                  <a:schemeClr val="bg1"/>
                </a:solidFill>
              </a:rPr>
              <a:t>Nessa tela, é possível: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Alterar o </a:t>
            </a:r>
            <a:r>
              <a:rPr lang="pt-BR" b="1" dirty="0">
                <a:solidFill>
                  <a:schemeClr val="bg1"/>
                </a:solidFill>
              </a:rPr>
              <a:t>título</a:t>
            </a:r>
            <a:r>
              <a:rPr lang="pt-BR" dirty="0">
                <a:solidFill>
                  <a:schemeClr val="bg1"/>
                </a:solidFill>
              </a:rPr>
              <a:t> e a </a:t>
            </a:r>
            <a:r>
              <a:rPr lang="pt-BR" b="1" dirty="0">
                <a:solidFill>
                  <a:schemeClr val="bg1"/>
                </a:solidFill>
              </a:rPr>
              <a:t>descrição</a:t>
            </a:r>
            <a:r>
              <a:rPr lang="pt-BR" dirty="0">
                <a:solidFill>
                  <a:schemeClr val="bg1"/>
                </a:solidFill>
              </a:rPr>
              <a:t> da tarefa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Definir ou atualizar a </a:t>
            </a:r>
            <a:r>
              <a:rPr lang="pt-BR" b="1" dirty="0">
                <a:solidFill>
                  <a:schemeClr val="bg1"/>
                </a:solidFill>
              </a:rPr>
              <a:t>data limite</a:t>
            </a:r>
            <a:r>
              <a:rPr lang="pt-BR" dirty="0">
                <a:solidFill>
                  <a:schemeClr val="bg1"/>
                </a:solidFill>
              </a:rPr>
              <a:t> e o </a:t>
            </a:r>
            <a:r>
              <a:rPr lang="pt-BR" b="1" dirty="0">
                <a:solidFill>
                  <a:schemeClr val="bg1"/>
                </a:solidFill>
              </a:rPr>
              <a:t>horário</a:t>
            </a:r>
            <a:endParaRPr lang="pt-BR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Ajustar a </a:t>
            </a:r>
            <a:r>
              <a:rPr lang="pt-BR" b="1" dirty="0">
                <a:solidFill>
                  <a:schemeClr val="bg1"/>
                </a:solidFill>
              </a:rPr>
              <a:t>prioridade</a:t>
            </a:r>
            <a:r>
              <a:rPr lang="pt-BR" dirty="0">
                <a:solidFill>
                  <a:schemeClr val="bg1"/>
                </a:solidFill>
              </a:rPr>
              <a:t> com cores visuais (</a:t>
            </a:r>
            <a:r>
              <a:rPr lang="pt-BR" dirty="0" err="1">
                <a:solidFill>
                  <a:schemeClr val="bg1"/>
                </a:solidFill>
              </a:rPr>
              <a:t>ex</a:t>
            </a:r>
            <a:r>
              <a:rPr lang="pt-BR" dirty="0">
                <a:solidFill>
                  <a:schemeClr val="bg1"/>
                </a:solidFill>
              </a:rPr>
              <a:t>: laranja para "Média")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Mudar a </a:t>
            </a:r>
            <a:r>
              <a:rPr lang="pt-BR" b="1" dirty="0">
                <a:solidFill>
                  <a:schemeClr val="bg1"/>
                </a:solidFill>
              </a:rPr>
              <a:t>categoria</a:t>
            </a:r>
            <a:r>
              <a:rPr lang="pt-BR" dirty="0">
                <a:solidFill>
                  <a:schemeClr val="bg1"/>
                </a:solidFill>
              </a:rPr>
              <a:t> da tarefa (</a:t>
            </a:r>
            <a:r>
              <a:rPr lang="pt-BR" dirty="0" err="1">
                <a:solidFill>
                  <a:schemeClr val="bg1"/>
                </a:solidFill>
              </a:rPr>
              <a:t>Ex</a:t>
            </a:r>
            <a:r>
              <a:rPr lang="pt-BR" dirty="0">
                <a:solidFill>
                  <a:schemeClr val="bg1"/>
                </a:solidFill>
              </a:rPr>
              <a:t>: Estudos, Trabalho, etc.)</a:t>
            </a:r>
          </a:p>
          <a:p>
            <a:r>
              <a:rPr lang="pt-BR" dirty="0">
                <a:solidFill>
                  <a:schemeClr val="bg1"/>
                </a:solidFill>
              </a:rPr>
              <a:t>Além disso, o botão </a:t>
            </a:r>
            <a:r>
              <a:rPr lang="pt-BR" b="1" dirty="0">
                <a:solidFill>
                  <a:schemeClr val="bg1"/>
                </a:solidFill>
              </a:rPr>
              <a:t>"Concluir Tarefa"</a:t>
            </a:r>
            <a:r>
              <a:rPr lang="pt-BR" dirty="0">
                <a:solidFill>
                  <a:schemeClr val="bg1"/>
                </a:solidFill>
              </a:rPr>
              <a:t> permite finalizar a atividade de forma clara, dando ao usuário a sensação de progresso e dever cumprido.</a:t>
            </a:r>
          </a:p>
          <a:p>
            <a:r>
              <a:rPr lang="pt-BR" dirty="0">
                <a:solidFill>
                  <a:schemeClr val="bg1"/>
                </a:solidFill>
              </a:rPr>
              <a:t>Com os botões </a:t>
            </a:r>
            <a:r>
              <a:rPr lang="pt-BR" b="1" dirty="0">
                <a:solidFill>
                  <a:schemeClr val="bg1"/>
                </a:solidFill>
              </a:rPr>
              <a:t>"Cancelar"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b="1" dirty="0">
                <a:solidFill>
                  <a:schemeClr val="bg1"/>
                </a:solidFill>
              </a:rPr>
              <a:t>"Editar"</a:t>
            </a:r>
            <a:r>
              <a:rPr lang="pt-BR" dirty="0">
                <a:solidFill>
                  <a:schemeClr val="bg1"/>
                </a:solidFill>
              </a:rPr>
              <a:t> na parte inferior, a navegação é simples e eficiente — ideal para o uso no dia a dia escolar ou em qualquer rotina agitada.</a:t>
            </a:r>
          </a:p>
          <a:p>
            <a:r>
              <a:rPr lang="pt-BR" dirty="0">
                <a:solidFill>
                  <a:schemeClr val="bg1"/>
                </a:solidFill>
              </a:rPr>
              <a:t>Essa tela reforça o propósito do app: </a:t>
            </a:r>
            <a:r>
              <a:rPr lang="pt-BR" b="1" dirty="0">
                <a:solidFill>
                  <a:schemeClr val="bg1"/>
                </a:solidFill>
              </a:rPr>
              <a:t>facilitar a organização pessoal com o mínimo de esforço.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D0D057-A233-4551-98C8-4E42F40C7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300" y="571500"/>
            <a:ext cx="27527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30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FEA254-6470-436C-B59B-AD9E826E40EA}"/>
              </a:ext>
            </a:extLst>
          </p:cNvPr>
          <p:cNvSpPr/>
          <p:nvPr/>
        </p:nvSpPr>
        <p:spPr>
          <a:xfrm>
            <a:off x="3594100" y="0"/>
            <a:ext cx="85979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33E3F2-3FDE-47BD-80BE-C05BFF052CCC}"/>
              </a:ext>
            </a:extLst>
          </p:cNvPr>
          <p:cNvSpPr txBox="1"/>
          <p:nvPr/>
        </p:nvSpPr>
        <p:spPr>
          <a:xfrm>
            <a:off x="6921500" y="638173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 Black" panose="020B0A04020102020204" pitchFamily="34" charset="0"/>
              </a:rPr>
              <a:t>E o João?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16A816-2E99-4F25-B899-EBDEA9179E5A}"/>
              </a:ext>
            </a:extLst>
          </p:cNvPr>
          <p:cNvSpPr txBox="1"/>
          <p:nvPr/>
        </p:nvSpPr>
        <p:spPr>
          <a:xfrm>
            <a:off x="4127500" y="1993899"/>
            <a:ext cx="7416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Depois de usar o </a:t>
            </a:r>
            <a:r>
              <a:rPr lang="pt-BR" i="1" dirty="0">
                <a:solidFill>
                  <a:schemeClr val="bg1"/>
                </a:solidFill>
              </a:rPr>
              <a:t>Organiza Aí</a:t>
            </a:r>
            <a:r>
              <a:rPr lang="pt-BR" dirty="0">
                <a:solidFill>
                  <a:schemeClr val="bg1"/>
                </a:solidFill>
              </a:rPr>
              <a:t>, o João se sente muito mais tranquilo e confiante. Ele não fica mais preocupado em esquecer suas tarefas porque tudo está organizado e fácil de acessar no app. A sensação de ter controle sobre seus compromissos deixa ele menos ansioso e mais produtivo no dia a dia. Além disso, ele sente que está conseguindo cumprir prazos com mais facilidade e até sobra tempo para suas outras atividades. Em resumo, o app ajudou o João a se sentir mais organizado, focado e no controle da sua rotina</a:t>
            </a:r>
            <a:r>
              <a:rPr lang="pt-BR" dirty="0"/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8E9E7B3-B468-47F1-A462-AD0B22F6B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623887"/>
            <a:ext cx="2781300" cy="5610225"/>
          </a:xfrm>
          <a:prstGeom prst="rect">
            <a:avLst/>
          </a:prstGeom>
        </p:spPr>
      </p:pic>
      <p:pic>
        <p:nvPicPr>
          <p:cNvPr id="10" name="Imagem 9" descr="Frommers | Guide - Tokyo">
            <a:extLst>
              <a:ext uri="{FF2B5EF4-FFF2-40B4-BE49-F238E27FC236}">
                <a16:creationId xmlns:a16="http://schemas.microsoft.com/office/drawing/2014/main" id="{C08B8434-BF48-4E9F-B784-3CAAD944C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9" t="42632" r="17304" b="40016"/>
          <a:stretch>
            <a:fillRect/>
          </a:stretch>
        </p:blipFill>
        <p:spPr bwMode="auto">
          <a:xfrm>
            <a:off x="-96178055" y="-11803602"/>
            <a:ext cx="204585256" cy="30650790"/>
          </a:xfrm>
          <a:custGeom>
            <a:avLst/>
            <a:gdLst/>
            <a:ahLst/>
            <a:cxnLst/>
            <a:rect l="l" t="t" r="r" b="b"/>
            <a:pathLst>
              <a:path w="7935473" h="1188886">
                <a:moveTo>
                  <a:pt x="5781349" y="610525"/>
                </a:moveTo>
                <a:cubicBezTo>
                  <a:pt x="5746709" y="622897"/>
                  <a:pt x="5710626" y="633825"/>
                  <a:pt x="5673100" y="643310"/>
                </a:cubicBezTo>
                <a:cubicBezTo>
                  <a:pt x="5621965" y="656918"/>
                  <a:pt x="5589593" y="670320"/>
                  <a:pt x="5575985" y="683516"/>
                </a:cubicBezTo>
                <a:cubicBezTo>
                  <a:pt x="5561964" y="697125"/>
                  <a:pt x="5554954" y="712589"/>
                  <a:pt x="5554954" y="729909"/>
                </a:cubicBezTo>
                <a:cubicBezTo>
                  <a:pt x="5554954" y="749703"/>
                  <a:pt x="5561861" y="765889"/>
                  <a:pt x="5575676" y="778466"/>
                </a:cubicBezTo>
                <a:cubicBezTo>
                  <a:pt x="5589491" y="791044"/>
                  <a:pt x="5609800" y="797333"/>
                  <a:pt x="5636605" y="797333"/>
                </a:cubicBezTo>
                <a:cubicBezTo>
                  <a:pt x="5664646" y="797333"/>
                  <a:pt x="5690729" y="790528"/>
                  <a:pt x="5714853" y="776920"/>
                </a:cubicBezTo>
                <a:cubicBezTo>
                  <a:pt x="5738977" y="763312"/>
                  <a:pt x="5756091" y="746713"/>
                  <a:pt x="5766194" y="727125"/>
                </a:cubicBezTo>
                <a:cubicBezTo>
                  <a:pt x="5776298" y="707537"/>
                  <a:pt x="5781349" y="682073"/>
                  <a:pt x="5781349" y="650732"/>
                </a:cubicBezTo>
                <a:close/>
                <a:moveTo>
                  <a:pt x="2961949" y="610525"/>
                </a:moveTo>
                <a:cubicBezTo>
                  <a:pt x="2927310" y="622897"/>
                  <a:pt x="2891227" y="633825"/>
                  <a:pt x="2853701" y="643310"/>
                </a:cubicBezTo>
                <a:cubicBezTo>
                  <a:pt x="2802565" y="656918"/>
                  <a:pt x="2770194" y="670320"/>
                  <a:pt x="2756585" y="683516"/>
                </a:cubicBezTo>
                <a:cubicBezTo>
                  <a:pt x="2742564" y="697125"/>
                  <a:pt x="2735554" y="712589"/>
                  <a:pt x="2735554" y="729909"/>
                </a:cubicBezTo>
                <a:cubicBezTo>
                  <a:pt x="2735554" y="749703"/>
                  <a:pt x="2742461" y="765889"/>
                  <a:pt x="2756276" y="778466"/>
                </a:cubicBezTo>
                <a:cubicBezTo>
                  <a:pt x="2770091" y="791044"/>
                  <a:pt x="2790400" y="797333"/>
                  <a:pt x="2817205" y="797333"/>
                </a:cubicBezTo>
                <a:cubicBezTo>
                  <a:pt x="2845246" y="797333"/>
                  <a:pt x="2871330" y="790528"/>
                  <a:pt x="2895454" y="776920"/>
                </a:cubicBezTo>
                <a:cubicBezTo>
                  <a:pt x="2919578" y="763312"/>
                  <a:pt x="2936691" y="746713"/>
                  <a:pt x="2946795" y="727125"/>
                </a:cubicBezTo>
                <a:cubicBezTo>
                  <a:pt x="2956898" y="707537"/>
                  <a:pt x="2961949" y="682073"/>
                  <a:pt x="2961949" y="650732"/>
                </a:cubicBezTo>
                <a:close/>
                <a:moveTo>
                  <a:pt x="1992367" y="432997"/>
                </a:moveTo>
                <a:cubicBezTo>
                  <a:pt x="1960202" y="432997"/>
                  <a:pt x="1934531" y="444647"/>
                  <a:pt x="1915355" y="467946"/>
                </a:cubicBezTo>
                <a:cubicBezTo>
                  <a:pt x="1896180" y="491245"/>
                  <a:pt x="1886592" y="529906"/>
                  <a:pt x="1886592" y="583927"/>
                </a:cubicBezTo>
                <a:cubicBezTo>
                  <a:pt x="1886592" y="631351"/>
                  <a:pt x="1896695" y="666506"/>
                  <a:pt x="1916902" y="689393"/>
                </a:cubicBezTo>
                <a:cubicBezTo>
                  <a:pt x="1937108" y="712280"/>
                  <a:pt x="1963707" y="723723"/>
                  <a:pt x="1996697" y="723723"/>
                </a:cubicBezTo>
                <a:cubicBezTo>
                  <a:pt x="2028037" y="723723"/>
                  <a:pt x="2054327" y="711867"/>
                  <a:pt x="2075564" y="688156"/>
                </a:cubicBezTo>
                <a:cubicBezTo>
                  <a:pt x="2096802" y="664444"/>
                  <a:pt x="2107420" y="628670"/>
                  <a:pt x="2107420" y="580834"/>
                </a:cubicBezTo>
                <a:cubicBezTo>
                  <a:pt x="2107420" y="532998"/>
                  <a:pt x="2096286" y="496400"/>
                  <a:pt x="2074018" y="471039"/>
                </a:cubicBezTo>
                <a:cubicBezTo>
                  <a:pt x="2051749" y="445678"/>
                  <a:pt x="2024532" y="432997"/>
                  <a:pt x="1992367" y="432997"/>
                </a:cubicBezTo>
                <a:close/>
                <a:moveTo>
                  <a:pt x="7600210" y="265365"/>
                </a:moveTo>
                <a:lnTo>
                  <a:pt x="7851967" y="265365"/>
                </a:lnTo>
                <a:lnTo>
                  <a:pt x="7851967" y="922283"/>
                </a:lnTo>
                <a:lnTo>
                  <a:pt x="7600210" y="922283"/>
                </a:lnTo>
                <a:close/>
                <a:moveTo>
                  <a:pt x="4600203" y="265365"/>
                </a:moveTo>
                <a:lnTo>
                  <a:pt x="5209491" y="265365"/>
                </a:lnTo>
                <a:lnTo>
                  <a:pt x="5209491" y="412584"/>
                </a:lnTo>
                <a:lnTo>
                  <a:pt x="4877929" y="750322"/>
                </a:lnTo>
                <a:lnTo>
                  <a:pt x="5229904" y="750322"/>
                </a:lnTo>
                <a:lnTo>
                  <a:pt x="5229904" y="922283"/>
                </a:lnTo>
                <a:lnTo>
                  <a:pt x="4575460" y="922283"/>
                </a:lnTo>
                <a:lnTo>
                  <a:pt x="4575460" y="758982"/>
                </a:lnTo>
                <a:lnTo>
                  <a:pt x="4890369" y="437327"/>
                </a:lnTo>
                <a:lnTo>
                  <a:pt x="4600203" y="437327"/>
                </a:lnTo>
                <a:close/>
                <a:moveTo>
                  <a:pt x="4218836" y="265365"/>
                </a:moveTo>
                <a:lnTo>
                  <a:pt x="4470592" y="265365"/>
                </a:lnTo>
                <a:lnTo>
                  <a:pt x="4470592" y="922283"/>
                </a:lnTo>
                <a:lnTo>
                  <a:pt x="4218836" y="922283"/>
                </a:lnTo>
                <a:close/>
                <a:moveTo>
                  <a:pt x="7025843" y="250520"/>
                </a:moveTo>
                <a:lnTo>
                  <a:pt x="6926795" y="576504"/>
                </a:lnTo>
                <a:lnTo>
                  <a:pt x="7125935" y="576504"/>
                </a:lnTo>
                <a:close/>
                <a:moveTo>
                  <a:pt x="5661966" y="250520"/>
                </a:moveTo>
                <a:cubicBezTo>
                  <a:pt x="5737431" y="250520"/>
                  <a:pt x="5798050" y="254746"/>
                  <a:pt x="5843824" y="263200"/>
                </a:cubicBezTo>
                <a:cubicBezTo>
                  <a:pt x="5889598" y="271654"/>
                  <a:pt x="5927743" y="289283"/>
                  <a:pt x="5958259" y="316088"/>
                </a:cubicBezTo>
                <a:cubicBezTo>
                  <a:pt x="5979703" y="334645"/>
                  <a:pt x="5996610" y="360934"/>
                  <a:pt x="6008982" y="394955"/>
                </a:cubicBezTo>
                <a:cubicBezTo>
                  <a:pt x="6021353" y="428976"/>
                  <a:pt x="6027539" y="461451"/>
                  <a:pt x="6027539" y="492379"/>
                </a:cubicBezTo>
                <a:lnTo>
                  <a:pt x="6027539" y="782487"/>
                </a:lnTo>
                <a:cubicBezTo>
                  <a:pt x="6027539" y="813415"/>
                  <a:pt x="6029497" y="837643"/>
                  <a:pt x="6033415" y="855169"/>
                </a:cubicBezTo>
                <a:cubicBezTo>
                  <a:pt x="6037333" y="872695"/>
                  <a:pt x="6045889" y="895066"/>
                  <a:pt x="6059086" y="922283"/>
                </a:cubicBezTo>
                <a:lnTo>
                  <a:pt x="5822793" y="922283"/>
                </a:lnTo>
                <a:cubicBezTo>
                  <a:pt x="5813308" y="905376"/>
                  <a:pt x="5807123" y="892489"/>
                  <a:pt x="5804236" y="883623"/>
                </a:cubicBezTo>
                <a:cubicBezTo>
                  <a:pt x="5801350" y="874757"/>
                  <a:pt x="5798463" y="860839"/>
                  <a:pt x="5795576" y="841870"/>
                </a:cubicBezTo>
                <a:cubicBezTo>
                  <a:pt x="5762586" y="873623"/>
                  <a:pt x="5729802" y="896303"/>
                  <a:pt x="5697224" y="909912"/>
                </a:cubicBezTo>
                <a:cubicBezTo>
                  <a:pt x="5652687" y="928056"/>
                  <a:pt x="5600934" y="937129"/>
                  <a:pt x="5541964" y="937129"/>
                </a:cubicBezTo>
                <a:cubicBezTo>
                  <a:pt x="5463612" y="937129"/>
                  <a:pt x="5404126" y="918984"/>
                  <a:pt x="5363507" y="882695"/>
                </a:cubicBezTo>
                <a:cubicBezTo>
                  <a:pt x="5322888" y="846406"/>
                  <a:pt x="5302578" y="801663"/>
                  <a:pt x="5302578" y="748466"/>
                </a:cubicBezTo>
                <a:cubicBezTo>
                  <a:pt x="5302578" y="698568"/>
                  <a:pt x="5317218" y="657537"/>
                  <a:pt x="5346497" y="625371"/>
                </a:cubicBezTo>
                <a:cubicBezTo>
                  <a:pt x="5375776" y="593206"/>
                  <a:pt x="5429797" y="569288"/>
                  <a:pt x="5508561" y="553617"/>
                </a:cubicBezTo>
                <a:cubicBezTo>
                  <a:pt x="5602996" y="534648"/>
                  <a:pt x="5664234" y="521349"/>
                  <a:pt x="5692276" y="513720"/>
                </a:cubicBezTo>
                <a:cubicBezTo>
                  <a:pt x="5720317" y="506091"/>
                  <a:pt x="5750009" y="496091"/>
                  <a:pt x="5781349" y="483719"/>
                </a:cubicBezTo>
                <a:cubicBezTo>
                  <a:pt x="5781349" y="452791"/>
                  <a:pt x="5774957" y="431141"/>
                  <a:pt x="5762174" y="418770"/>
                </a:cubicBezTo>
                <a:cubicBezTo>
                  <a:pt x="5749390" y="406399"/>
                  <a:pt x="5726915" y="400213"/>
                  <a:pt x="5694750" y="400213"/>
                </a:cubicBezTo>
                <a:cubicBezTo>
                  <a:pt x="5653512" y="400213"/>
                  <a:pt x="5622584" y="406811"/>
                  <a:pt x="5601965" y="420007"/>
                </a:cubicBezTo>
                <a:cubicBezTo>
                  <a:pt x="5585882" y="430316"/>
                  <a:pt x="5572892" y="449698"/>
                  <a:pt x="5562995" y="478152"/>
                </a:cubicBezTo>
                <a:lnTo>
                  <a:pt x="5322373" y="452791"/>
                </a:lnTo>
                <a:cubicBezTo>
                  <a:pt x="5331445" y="410729"/>
                  <a:pt x="5344538" y="377635"/>
                  <a:pt x="5361652" y="353511"/>
                </a:cubicBezTo>
                <a:cubicBezTo>
                  <a:pt x="5378765" y="329387"/>
                  <a:pt x="5403405" y="308459"/>
                  <a:pt x="5435570" y="290726"/>
                </a:cubicBezTo>
                <a:cubicBezTo>
                  <a:pt x="5458664" y="277943"/>
                  <a:pt x="5490416" y="268046"/>
                  <a:pt x="5530830" y="261035"/>
                </a:cubicBezTo>
                <a:cubicBezTo>
                  <a:pt x="5571243" y="254025"/>
                  <a:pt x="5614955" y="250520"/>
                  <a:pt x="5661966" y="250520"/>
                </a:cubicBezTo>
                <a:close/>
                <a:moveTo>
                  <a:pt x="3833798" y="250520"/>
                </a:moveTo>
                <a:cubicBezTo>
                  <a:pt x="3903490" y="250520"/>
                  <a:pt x="3958027" y="271241"/>
                  <a:pt x="3997409" y="312686"/>
                </a:cubicBezTo>
                <a:cubicBezTo>
                  <a:pt x="4036791" y="354129"/>
                  <a:pt x="4056483" y="418151"/>
                  <a:pt x="4056483" y="504751"/>
                </a:cubicBezTo>
                <a:lnTo>
                  <a:pt x="4056483" y="922283"/>
                </a:lnTo>
                <a:lnTo>
                  <a:pt x="3803489" y="922283"/>
                </a:lnTo>
                <a:lnTo>
                  <a:pt x="3803489" y="561040"/>
                </a:lnTo>
                <a:cubicBezTo>
                  <a:pt x="3803489" y="519802"/>
                  <a:pt x="3795860" y="490627"/>
                  <a:pt x="3780603" y="473513"/>
                </a:cubicBezTo>
                <a:cubicBezTo>
                  <a:pt x="3765344" y="456399"/>
                  <a:pt x="3743900" y="447842"/>
                  <a:pt x="3716271" y="447842"/>
                </a:cubicBezTo>
                <a:cubicBezTo>
                  <a:pt x="3685755" y="447842"/>
                  <a:pt x="3661012" y="459389"/>
                  <a:pt x="3642043" y="482482"/>
                </a:cubicBezTo>
                <a:cubicBezTo>
                  <a:pt x="3623073" y="505575"/>
                  <a:pt x="3613589" y="547019"/>
                  <a:pt x="3613589" y="606814"/>
                </a:cubicBezTo>
                <a:lnTo>
                  <a:pt x="3613589" y="922283"/>
                </a:lnTo>
                <a:lnTo>
                  <a:pt x="3361832" y="922283"/>
                </a:lnTo>
                <a:lnTo>
                  <a:pt x="3361832" y="265365"/>
                </a:lnTo>
                <a:lnTo>
                  <a:pt x="3596269" y="265365"/>
                </a:lnTo>
                <a:lnTo>
                  <a:pt x="3596269" y="372377"/>
                </a:lnTo>
                <a:cubicBezTo>
                  <a:pt x="3631321" y="328665"/>
                  <a:pt x="3666786" y="297428"/>
                  <a:pt x="3702662" y="278664"/>
                </a:cubicBezTo>
                <a:cubicBezTo>
                  <a:pt x="3738539" y="259901"/>
                  <a:pt x="3782251" y="250520"/>
                  <a:pt x="3833798" y="250520"/>
                </a:cubicBezTo>
                <a:close/>
                <a:moveTo>
                  <a:pt x="2842566" y="250520"/>
                </a:moveTo>
                <a:cubicBezTo>
                  <a:pt x="2918031" y="250520"/>
                  <a:pt x="2978651" y="254746"/>
                  <a:pt x="3024425" y="263200"/>
                </a:cubicBezTo>
                <a:cubicBezTo>
                  <a:pt x="3070199" y="271654"/>
                  <a:pt x="3108344" y="289283"/>
                  <a:pt x="3138860" y="316088"/>
                </a:cubicBezTo>
                <a:cubicBezTo>
                  <a:pt x="3160304" y="334645"/>
                  <a:pt x="3177211" y="360934"/>
                  <a:pt x="3189582" y="394955"/>
                </a:cubicBezTo>
                <a:cubicBezTo>
                  <a:pt x="3201953" y="428976"/>
                  <a:pt x="3208139" y="461451"/>
                  <a:pt x="3208139" y="492379"/>
                </a:cubicBezTo>
                <a:lnTo>
                  <a:pt x="3208139" y="782487"/>
                </a:lnTo>
                <a:cubicBezTo>
                  <a:pt x="3208139" y="813415"/>
                  <a:pt x="3210098" y="837643"/>
                  <a:pt x="3214015" y="855169"/>
                </a:cubicBezTo>
                <a:cubicBezTo>
                  <a:pt x="3217933" y="872695"/>
                  <a:pt x="3226490" y="895066"/>
                  <a:pt x="3239686" y="922283"/>
                </a:cubicBezTo>
                <a:lnTo>
                  <a:pt x="3003393" y="922283"/>
                </a:lnTo>
                <a:cubicBezTo>
                  <a:pt x="2993909" y="905376"/>
                  <a:pt x="2987723" y="892489"/>
                  <a:pt x="2984836" y="883623"/>
                </a:cubicBezTo>
                <a:cubicBezTo>
                  <a:pt x="2981950" y="874757"/>
                  <a:pt x="2979063" y="860839"/>
                  <a:pt x="2976176" y="841870"/>
                </a:cubicBezTo>
                <a:cubicBezTo>
                  <a:pt x="2943187" y="873623"/>
                  <a:pt x="2910402" y="896303"/>
                  <a:pt x="2877824" y="909912"/>
                </a:cubicBezTo>
                <a:cubicBezTo>
                  <a:pt x="2833288" y="928056"/>
                  <a:pt x="2781534" y="937129"/>
                  <a:pt x="2722564" y="937129"/>
                </a:cubicBezTo>
                <a:cubicBezTo>
                  <a:pt x="2644212" y="937129"/>
                  <a:pt x="2584727" y="918984"/>
                  <a:pt x="2544107" y="882695"/>
                </a:cubicBezTo>
                <a:cubicBezTo>
                  <a:pt x="2503488" y="846406"/>
                  <a:pt x="2483179" y="801663"/>
                  <a:pt x="2483179" y="748466"/>
                </a:cubicBezTo>
                <a:cubicBezTo>
                  <a:pt x="2483179" y="698568"/>
                  <a:pt x="2497819" y="657537"/>
                  <a:pt x="2527097" y="625371"/>
                </a:cubicBezTo>
                <a:cubicBezTo>
                  <a:pt x="2556376" y="593206"/>
                  <a:pt x="2610398" y="569288"/>
                  <a:pt x="2689161" y="553617"/>
                </a:cubicBezTo>
                <a:cubicBezTo>
                  <a:pt x="2783596" y="534648"/>
                  <a:pt x="2844834" y="521349"/>
                  <a:pt x="2872876" y="513720"/>
                </a:cubicBezTo>
                <a:cubicBezTo>
                  <a:pt x="2900917" y="506091"/>
                  <a:pt x="2930609" y="496091"/>
                  <a:pt x="2961949" y="483719"/>
                </a:cubicBezTo>
                <a:cubicBezTo>
                  <a:pt x="2961949" y="452791"/>
                  <a:pt x="2955558" y="431141"/>
                  <a:pt x="2942774" y="418770"/>
                </a:cubicBezTo>
                <a:cubicBezTo>
                  <a:pt x="2929990" y="406399"/>
                  <a:pt x="2907515" y="400213"/>
                  <a:pt x="2875350" y="400213"/>
                </a:cubicBezTo>
                <a:cubicBezTo>
                  <a:pt x="2834112" y="400213"/>
                  <a:pt x="2803184" y="406811"/>
                  <a:pt x="2782565" y="420007"/>
                </a:cubicBezTo>
                <a:cubicBezTo>
                  <a:pt x="2766482" y="430316"/>
                  <a:pt x="2753492" y="449698"/>
                  <a:pt x="2743596" y="478152"/>
                </a:cubicBezTo>
                <a:lnTo>
                  <a:pt x="2502973" y="452791"/>
                </a:lnTo>
                <a:cubicBezTo>
                  <a:pt x="2512045" y="410729"/>
                  <a:pt x="2525138" y="377635"/>
                  <a:pt x="2542252" y="353511"/>
                </a:cubicBezTo>
                <a:cubicBezTo>
                  <a:pt x="2559365" y="329387"/>
                  <a:pt x="2584005" y="308459"/>
                  <a:pt x="2616170" y="290726"/>
                </a:cubicBezTo>
                <a:cubicBezTo>
                  <a:pt x="2639264" y="277943"/>
                  <a:pt x="2671017" y="268046"/>
                  <a:pt x="2711430" y="261035"/>
                </a:cubicBezTo>
                <a:cubicBezTo>
                  <a:pt x="2751843" y="254025"/>
                  <a:pt x="2795555" y="250520"/>
                  <a:pt x="2842566" y="250520"/>
                </a:cubicBezTo>
                <a:close/>
                <a:moveTo>
                  <a:pt x="1903912" y="250520"/>
                </a:moveTo>
                <a:cubicBezTo>
                  <a:pt x="1955047" y="250520"/>
                  <a:pt x="1997213" y="259179"/>
                  <a:pt x="2030409" y="276499"/>
                </a:cubicBezTo>
                <a:cubicBezTo>
                  <a:pt x="2063605" y="293819"/>
                  <a:pt x="2094637" y="322480"/>
                  <a:pt x="2123503" y="362480"/>
                </a:cubicBezTo>
                <a:lnTo>
                  <a:pt x="2123503" y="265365"/>
                </a:lnTo>
                <a:lnTo>
                  <a:pt x="2359177" y="265365"/>
                </a:lnTo>
                <a:lnTo>
                  <a:pt x="2359177" y="885788"/>
                </a:lnTo>
                <a:lnTo>
                  <a:pt x="2359796" y="914860"/>
                </a:lnTo>
                <a:cubicBezTo>
                  <a:pt x="2359796" y="956098"/>
                  <a:pt x="2351033" y="995377"/>
                  <a:pt x="2333506" y="1032697"/>
                </a:cubicBezTo>
                <a:cubicBezTo>
                  <a:pt x="2315980" y="1070018"/>
                  <a:pt x="2292682" y="1100224"/>
                  <a:pt x="2263608" y="1123317"/>
                </a:cubicBezTo>
                <a:cubicBezTo>
                  <a:pt x="2234536" y="1146411"/>
                  <a:pt x="2197628" y="1163112"/>
                  <a:pt x="2152885" y="1173421"/>
                </a:cubicBezTo>
                <a:cubicBezTo>
                  <a:pt x="2108142" y="1183731"/>
                  <a:pt x="2056904" y="1188886"/>
                  <a:pt x="1999171" y="1188886"/>
                </a:cubicBezTo>
                <a:cubicBezTo>
                  <a:pt x="1867210" y="1188886"/>
                  <a:pt x="1776590" y="1169091"/>
                  <a:pt x="1727311" y="1129503"/>
                </a:cubicBezTo>
                <a:cubicBezTo>
                  <a:pt x="1678032" y="1089915"/>
                  <a:pt x="1653392" y="1036924"/>
                  <a:pt x="1653392" y="970531"/>
                </a:cubicBezTo>
                <a:cubicBezTo>
                  <a:pt x="1653392" y="962284"/>
                  <a:pt x="1653805" y="951150"/>
                  <a:pt x="1654629" y="937129"/>
                </a:cubicBezTo>
                <a:lnTo>
                  <a:pt x="1898963" y="964964"/>
                </a:lnTo>
                <a:cubicBezTo>
                  <a:pt x="1905149" y="987645"/>
                  <a:pt x="1914634" y="1003315"/>
                  <a:pt x="1927417" y="1011975"/>
                </a:cubicBezTo>
                <a:cubicBezTo>
                  <a:pt x="1945974" y="1024759"/>
                  <a:pt x="1969274" y="1031151"/>
                  <a:pt x="1997316" y="1031151"/>
                </a:cubicBezTo>
                <a:cubicBezTo>
                  <a:pt x="2033605" y="1031151"/>
                  <a:pt x="2060718" y="1021460"/>
                  <a:pt x="2078657" y="1002078"/>
                </a:cubicBezTo>
                <a:cubicBezTo>
                  <a:pt x="2096595" y="982697"/>
                  <a:pt x="2105565" y="948882"/>
                  <a:pt x="2105565" y="900633"/>
                </a:cubicBezTo>
                <a:lnTo>
                  <a:pt x="2105565" y="801044"/>
                </a:lnTo>
                <a:cubicBezTo>
                  <a:pt x="2080822" y="830323"/>
                  <a:pt x="2056079" y="851560"/>
                  <a:pt x="2031337" y="864756"/>
                </a:cubicBezTo>
                <a:cubicBezTo>
                  <a:pt x="1992573" y="885375"/>
                  <a:pt x="1950717" y="895685"/>
                  <a:pt x="1905768" y="895685"/>
                </a:cubicBezTo>
                <a:cubicBezTo>
                  <a:pt x="1817931" y="895685"/>
                  <a:pt x="1747002" y="857334"/>
                  <a:pt x="1692980" y="780631"/>
                </a:cubicBezTo>
                <a:cubicBezTo>
                  <a:pt x="1654629" y="726197"/>
                  <a:pt x="1635454" y="654237"/>
                  <a:pt x="1635454" y="564752"/>
                </a:cubicBezTo>
                <a:cubicBezTo>
                  <a:pt x="1635454" y="462482"/>
                  <a:pt x="1660197" y="384543"/>
                  <a:pt x="1709682" y="330933"/>
                </a:cubicBezTo>
                <a:cubicBezTo>
                  <a:pt x="1759167" y="277324"/>
                  <a:pt x="1823911" y="250520"/>
                  <a:pt x="1903912" y="250520"/>
                </a:cubicBezTo>
                <a:close/>
                <a:moveTo>
                  <a:pt x="1473571" y="250520"/>
                </a:moveTo>
                <a:cubicBezTo>
                  <a:pt x="1510685" y="250520"/>
                  <a:pt x="1551304" y="262066"/>
                  <a:pt x="1595428" y="285159"/>
                </a:cubicBezTo>
                <a:lnTo>
                  <a:pt x="1517489" y="464544"/>
                </a:lnTo>
                <a:cubicBezTo>
                  <a:pt x="1487798" y="452172"/>
                  <a:pt x="1464292" y="445987"/>
                  <a:pt x="1446972" y="445987"/>
                </a:cubicBezTo>
                <a:cubicBezTo>
                  <a:pt x="1413982" y="445987"/>
                  <a:pt x="1388415" y="459595"/>
                  <a:pt x="1370270" y="486812"/>
                </a:cubicBezTo>
                <a:cubicBezTo>
                  <a:pt x="1344290" y="525163"/>
                  <a:pt x="1331300" y="596917"/>
                  <a:pt x="1331300" y="702073"/>
                </a:cubicBezTo>
                <a:lnTo>
                  <a:pt x="1331300" y="922283"/>
                </a:lnTo>
                <a:lnTo>
                  <a:pt x="1078307" y="922283"/>
                </a:lnTo>
                <a:lnTo>
                  <a:pt x="1078307" y="265365"/>
                </a:lnTo>
                <a:lnTo>
                  <a:pt x="1313980" y="265365"/>
                </a:lnTo>
                <a:lnTo>
                  <a:pt x="1313980" y="372996"/>
                </a:lnTo>
                <a:cubicBezTo>
                  <a:pt x="1336661" y="326397"/>
                  <a:pt x="1360064" y="294335"/>
                  <a:pt x="1384188" y="276809"/>
                </a:cubicBezTo>
                <a:cubicBezTo>
                  <a:pt x="1408312" y="259282"/>
                  <a:pt x="1438106" y="250520"/>
                  <a:pt x="1473571" y="250520"/>
                </a:cubicBezTo>
                <a:close/>
                <a:moveTo>
                  <a:pt x="467637" y="212168"/>
                </a:moveTo>
                <a:cubicBezTo>
                  <a:pt x="411141" y="212168"/>
                  <a:pt x="365779" y="232169"/>
                  <a:pt x="331552" y="272169"/>
                </a:cubicBezTo>
                <a:cubicBezTo>
                  <a:pt x="297325" y="312170"/>
                  <a:pt x="280211" y="378357"/>
                  <a:pt x="280211" y="470729"/>
                </a:cubicBezTo>
                <a:cubicBezTo>
                  <a:pt x="280211" y="562277"/>
                  <a:pt x="297222" y="628052"/>
                  <a:pt x="331243" y="668052"/>
                </a:cubicBezTo>
                <a:cubicBezTo>
                  <a:pt x="365264" y="708053"/>
                  <a:pt x="411553" y="728053"/>
                  <a:pt x="470111" y="728053"/>
                </a:cubicBezTo>
                <a:cubicBezTo>
                  <a:pt x="530318" y="728053"/>
                  <a:pt x="576917" y="708465"/>
                  <a:pt x="609907" y="669289"/>
                </a:cubicBezTo>
                <a:cubicBezTo>
                  <a:pt x="642897" y="630113"/>
                  <a:pt x="659392" y="559803"/>
                  <a:pt x="659392" y="458358"/>
                </a:cubicBezTo>
                <a:cubicBezTo>
                  <a:pt x="659392" y="372996"/>
                  <a:pt x="642175" y="310624"/>
                  <a:pt x="607742" y="271241"/>
                </a:cubicBezTo>
                <a:cubicBezTo>
                  <a:pt x="573309" y="231859"/>
                  <a:pt x="526607" y="212168"/>
                  <a:pt x="467637" y="212168"/>
                </a:cubicBezTo>
                <a:close/>
                <a:moveTo>
                  <a:pt x="6876459" y="15464"/>
                </a:moveTo>
                <a:lnTo>
                  <a:pt x="7182108" y="15464"/>
                </a:lnTo>
                <a:lnTo>
                  <a:pt x="7522861" y="922283"/>
                </a:lnTo>
                <a:lnTo>
                  <a:pt x="7229429" y="922283"/>
                </a:lnTo>
                <a:lnTo>
                  <a:pt x="7184061" y="772590"/>
                </a:lnTo>
                <a:lnTo>
                  <a:pt x="6865934" y="772590"/>
                </a:lnTo>
                <a:lnTo>
                  <a:pt x="6821735" y="922283"/>
                </a:lnTo>
                <a:lnTo>
                  <a:pt x="6535629" y="922283"/>
                </a:lnTo>
                <a:close/>
                <a:moveTo>
                  <a:pt x="4218836" y="15464"/>
                </a:moveTo>
                <a:lnTo>
                  <a:pt x="4470592" y="15464"/>
                </a:lnTo>
                <a:lnTo>
                  <a:pt x="4470592" y="186807"/>
                </a:lnTo>
                <a:lnTo>
                  <a:pt x="4218836" y="186807"/>
                </a:lnTo>
                <a:close/>
                <a:moveTo>
                  <a:pt x="7718975" y="0"/>
                </a:moveTo>
                <a:lnTo>
                  <a:pt x="7935473" y="0"/>
                </a:lnTo>
                <a:lnTo>
                  <a:pt x="7735676" y="184951"/>
                </a:lnTo>
                <a:lnTo>
                  <a:pt x="7615055" y="184951"/>
                </a:lnTo>
                <a:close/>
                <a:moveTo>
                  <a:pt x="468255" y="0"/>
                </a:moveTo>
                <a:cubicBezTo>
                  <a:pt x="619186" y="0"/>
                  <a:pt x="735476" y="40516"/>
                  <a:pt x="817127" y="121549"/>
                </a:cubicBezTo>
                <a:cubicBezTo>
                  <a:pt x="898778" y="202581"/>
                  <a:pt x="939603" y="316088"/>
                  <a:pt x="939603" y="462069"/>
                </a:cubicBezTo>
                <a:cubicBezTo>
                  <a:pt x="939603" y="568051"/>
                  <a:pt x="921768" y="654959"/>
                  <a:pt x="886097" y="722795"/>
                </a:cubicBezTo>
                <a:cubicBezTo>
                  <a:pt x="850427" y="790632"/>
                  <a:pt x="798879" y="843416"/>
                  <a:pt x="731455" y="881149"/>
                </a:cubicBezTo>
                <a:cubicBezTo>
                  <a:pt x="664032" y="918881"/>
                  <a:pt x="580010" y="937747"/>
                  <a:pt x="479390" y="937747"/>
                </a:cubicBezTo>
                <a:cubicBezTo>
                  <a:pt x="377120" y="937747"/>
                  <a:pt x="292479" y="921458"/>
                  <a:pt x="225468" y="888881"/>
                </a:cubicBezTo>
                <a:cubicBezTo>
                  <a:pt x="158456" y="856303"/>
                  <a:pt x="104125" y="804756"/>
                  <a:pt x="62475" y="734239"/>
                </a:cubicBezTo>
                <a:cubicBezTo>
                  <a:pt x="20825" y="663722"/>
                  <a:pt x="0" y="575473"/>
                  <a:pt x="0" y="469492"/>
                </a:cubicBezTo>
                <a:cubicBezTo>
                  <a:pt x="0" y="321449"/>
                  <a:pt x="41238" y="206189"/>
                  <a:pt x="123713" y="123713"/>
                </a:cubicBezTo>
                <a:cubicBezTo>
                  <a:pt x="206189" y="41238"/>
                  <a:pt x="321036" y="0"/>
                  <a:pt x="4682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474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Frommers | Guide - Tokyo">
            <a:extLst>
              <a:ext uri="{FF2B5EF4-FFF2-40B4-BE49-F238E27FC236}">
                <a16:creationId xmlns:a16="http://schemas.microsoft.com/office/drawing/2014/main" id="{449AC205-81DB-4D59-9C03-E903461A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9" t="42632" r="17304" b="40016"/>
          <a:stretch>
            <a:fillRect/>
          </a:stretch>
        </p:blipFill>
        <p:spPr bwMode="auto">
          <a:xfrm>
            <a:off x="2146836" y="2927350"/>
            <a:ext cx="7935473" cy="1188886"/>
          </a:xfrm>
          <a:custGeom>
            <a:avLst/>
            <a:gdLst/>
            <a:ahLst/>
            <a:cxnLst/>
            <a:rect l="l" t="t" r="r" b="b"/>
            <a:pathLst>
              <a:path w="7935473" h="1188886">
                <a:moveTo>
                  <a:pt x="5781349" y="610525"/>
                </a:moveTo>
                <a:cubicBezTo>
                  <a:pt x="5746709" y="622897"/>
                  <a:pt x="5710626" y="633825"/>
                  <a:pt x="5673100" y="643310"/>
                </a:cubicBezTo>
                <a:cubicBezTo>
                  <a:pt x="5621965" y="656918"/>
                  <a:pt x="5589593" y="670320"/>
                  <a:pt x="5575985" y="683516"/>
                </a:cubicBezTo>
                <a:cubicBezTo>
                  <a:pt x="5561964" y="697125"/>
                  <a:pt x="5554954" y="712589"/>
                  <a:pt x="5554954" y="729909"/>
                </a:cubicBezTo>
                <a:cubicBezTo>
                  <a:pt x="5554954" y="749703"/>
                  <a:pt x="5561861" y="765889"/>
                  <a:pt x="5575676" y="778466"/>
                </a:cubicBezTo>
                <a:cubicBezTo>
                  <a:pt x="5589491" y="791044"/>
                  <a:pt x="5609800" y="797333"/>
                  <a:pt x="5636605" y="797333"/>
                </a:cubicBezTo>
                <a:cubicBezTo>
                  <a:pt x="5664646" y="797333"/>
                  <a:pt x="5690729" y="790528"/>
                  <a:pt x="5714853" y="776920"/>
                </a:cubicBezTo>
                <a:cubicBezTo>
                  <a:pt x="5738977" y="763312"/>
                  <a:pt x="5756091" y="746713"/>
                  <a:pt x="5766194" y="727125"/>
                </a:cubicBezTo>
                <a:cubicBezTo>
                  <a:pt x="5776298" y="707537"/>
                  <a:pt x="5781349" y="682073"/>
                  <a:pt x="5781349" y="650732"/>
                </a:cubicBezTo>
                <a:close/>
                <a:moveTo>
                  <a:pt x="2961949" y="610525"/>
                </a:moveTo>
                <a:cubicBezTo>
                  <a:pt x="2927310" y="622897"/>
                  <a:pt x="2891227" y="633825"/>
                  <a:pt x="2853701" y="643310"/>
                </a:cubicBezTo>
                <a:cubicBezTo>
                  <a:pt x="2802565" y="656918"/>
                  <a:pt x="2770194" y="670320"/>
                  <a:pt x="2756585" y="683516"/>
                </a:cubicBezTo>
                <a:cubicBezTo>
                  <a:pt x="2742564" y="697125"/>
                  <a:pt x="2735554" y="712589"/>
                  <a:pt x="2735554" y="729909"/>
                </a:cubicBezTo>
                <a:cubicBezTo>
                  <a:pt x="2735554" y="749703"/>
                  <a:pt x="2742461" y="765889"/>
                  <a:pt x="2756276" y="778466"/>
                </a:cubicBezTo>
                <a:cubicBezTo>
                  <a:pt x="2770091" y="791044"/>
                  <a:pt x="2790400" y="797333"/>
                  <a:pt x="2817205" y="797333"/>
                </a:cubicBezTo>
                <a:cubicBezTo>
                  <a:pt x="2845246" y="797333"/>
                  <a:pt x="2871330" y="790528"/>
                  <a:pt x="2895454" y="776920"/>
                </a:cubicBezTo>
                <a:cubicBezTo>
                  <a:pt x="2919578" y="763312"/>
                  <a:pt x="2936691" y="746713"/>
                  <a:pt x="2946795" y="727125"/>
                </a:cubicBezTo>
                <a:cubicBezTo>
                  <a:pt x="2956898" y="707537"/>
                  <a:pt x="2961949" y="682073"/>
                  <a:pt x="2961949" y="650732"/>
                </a:cubicBezTo>
                <a:close/>
                <a:moveTo>
                  <a:pt x="1992367" y="432997"/>
                </a:moveTo>
                <a:cubicBezTo>
                  <a:pt x="1960202" y="432997"/>
                  <a:pt x="1934531" y="444647"/>
                  <a:pt x="1915355" y="467946"/>
                </a:cubicBezTo>
                <a:cubicBezTo>
                  <a:pt x="1896180" y="491245"/>
                  <a:pt x="1886592" y="529906"/>
                  <a:pt x="1886592" y="583927"/>
                </a:cubicBezTo>
                <a:cubicBezTo>
                  <a:pt x="1886592" y="631351"/>
                  <a:pt x="1896695" y="666506"/>
                  <a:pt x="1916902" y="689393"/>
                </a:cubicBezTo>
                <a:cubicBezTo>
                  <a:pt x="1937108" y="712280"/>
                  <a:pt x="1963707" y="723723"/>
                  <a:pt x="1996697" y="723723"/>
                </a:cubicBezTo>
                <a:cubicBezTo>
                  <a:pt x="2028037" y="723723"/>
                  <a:pt x="2054327" y="711867"/>
                  <a:pt x="2075564" y="688156"/>
                </a:cubicBezTo>
                <a:cubicBezTo>
                  <a:pt x="2096802" y="664444"/>
                  <a:pt x="2107420" y="628670"/>
                  <a:pt x="2107420" y="580834"/>
                </a:cubicBezTo>
                <a:cubicBezTo>
                  <a:pt x="2107420" y="532998"/>
                  <a:pt x="2096286" y="496400"/>
                  <a:pt x="2074018" y="471039"/>
                </a:cubicBezTo>
                <a:cubicBezTo>
                  <a:pt x="2051749" y="445678"/>
                  <a:pt x="2024532" y="432997"/>
                  <a:pt x="1992367" y="432997"/>
                </a:cubicBezTo>
                <a:close/>
                <a:moveTo>
                  <a:pt x="7600210" y="265365"/>
                </a:moveTo>
                <a:lnTo>
                  <a:pt x="7851967" y="265365"/>
                </a:lnTo>
                <a:lnTo>
                  <a:pt x="7851967" y="922283"/>
                </a:lnTo>
                <a:lnTo>
                  <a:pt x="7600210" y="922283"/>
                </a:lnTo>
                <a:close/>
                <a:moveTo>
                  <a:pt x="4600203" y="265365"/>
                </a:moveTo>
                <a:lnTo>
                  <a:pt x="5209491" y="265365"/>
                </a:lnTo>
                <a:lnTo>
                  <a:pt x="5209491" y="412584"/>
                </a:lnTo>
                <a:lnTo>
                  <a:pt x="4877929" y="750322"/>
                </a:lnTo>
                <a:lnTo>
                  <a:pt x="5229904" y="750322"/>
                </a:lnTo>
                <a:lnTo>
                  <a:pt x="5229904" y="922283"/>
                </a:lnTo>
                <a:lnTo>
                  <a:pt x="4575460" y="922283"/>
                </a:lnTo>
                <a:lnTo>
                  <a:pt x="4575460" y="758982"/>
                </a:lnTo>
                <a:lnTo>
                  <a:pt x="4890369" y="437327"/>
                </a:lnTo>
                <a:lnTo>
                  <a:pt x="4600203" y="437327"/>
                </a:lnTo>
                <a:close/>
                <a:moveTo>
                  <a:pt x="4218836" y="265365"/>
                </a:moveTo>
                <a:lnTo>
                  <a:pt x="4470592" y="265365"/>
                </a:lnTo>
                <a:lnTo>
                  <a:pt x="4470592" y="922283"/>
                </a:lnTo>
                <a:lnTo>
                  <a:pt x="4218836" y="922283"/>
                </a:lnTo>
                <a:close/>
                <a:moveTo>
                  <a:pt x="7025843" y="250520"/>
                </a:moveTo>
                <a:lnTo>
                  <a:pt x="6926795" y="576504"/>
                </a:lnTo>
                <a:lnTo>
                  <a:pt x="7125935" y="576504"/>
                </a:lnTo>
                <a:close/>
                <a:moveTo>
                  <a:pt x="5661966" y="250520"/>
                </a:moveTo>
                <a:cubicBezTo>
                  <a:pt x="5737431" y="250520"/>
                  <a:pt x="5798050" y="254746"/>
                  <a:pt x="5843824" y="263200"/>
                </a:cubicBezTo>
                <a:cubicBezTo>
                  <a:pt x="5889598" y="271654"/>
                  <a:pt x="5927743" y="289283"/>
                  <a:pt x="5958259" y="316088"/>
                </a:cubicBezTo>
                <a:cubicBezTo>
                  <a:pt x="5979703" y="334645"/>
                  <a:pt x="5996610" y="360934"/>
                  <a:pt x="6008982" y="394955"/>
                </a:cubicBezTo>
                <a:cubicBezTo>
                  <a:pt x="6021353" y="428976"/>
                  <a:pt x="6027539" y="461451"/>
                  <a:pt x="6027539" y="492379"/>
                </a:cubicBezTo>
                <a:lnTo>
                  <a:pt x="6027539" y="782487"/>
                </a:lnTo>
                <a:cubicBezTo>
                  <a:pt x="6027539" y="813415"/>
                  <a:pt x="6029497" y="837643"/>
                  <a:pt x="6033415" y="855169"/>
                </a:cubicBezTo>
                <a:cubicBezTo>
                  <a:pt x="6037333" y="872695"/>
                  <a:pt x="6045889" y="895066"/>
                  <a:pt x="6059086" y="922283"/>
                </a:cubicBezTo>
                <a:lnTo>
                  <a:pt x="5822793" y="922283"/>
                </a:lnTo>
                <a:cubicBezTo>
                  <a:pt x="5813308" y="905376"/>
                  <a:pt x="5807123" y="892489"/>
                  <a:pt x="5804236" y="883623"/>
                </a:cubicBezTo>
                <a:cubicBezTo>
                  <a:pt x="5801350" y="874757"/>
                  <a:pt x="5798463" y="860839"/>
                  <a:pt x="5795576" y="841870"/>
                </a:cubicBezTo>
                <a:cubicBezTo>
                  <a:pt x="5762586" y="873623"/>
                  <a:pt x="5729802" y="896303"/>
                  <a:pt x="5697224" y="909912"/>
                </a:cubicBezTo>
                <a:cubicBezTo>
                  <a:pt x="5652687" y="928056"/>
                  <a:pt x="5600934" y="937129"/>
                  <a:pt x="5541964" y="937129"/>
                </a:cubicBezTo>
                <a:cubicBezTo>
                  <a:pt x="5463612" y="937129"/>
                  <a:pt x="5404126" y="918984"/>
                  <a:pt x="5363507" y="882695"/>
                </a:cubicBezTo>
                <a:cubicBezTo>
                  <a:pt x="5322888" y="846406"/>
                  <a:pt x="5302578" y="801663"/>
                  <a:pt x="5302578" y="748466"/>
                </a:cubicBezTo>
                <a:cubicBezTo>
                  <a:pt x="5302578" y="698568"/>
                  <a:pt x="5317218" y="657537"/>
                  <a:pt x="5346497" y="625371"/>
                </a:cubicBezTo>
                <a:cubicBezTo>
                  <a:pt x="5375776" y="593206"/>
                  <a:pt x="5429797" y="569288"/>
                  <a:pt x="5508561" y="553617"/>
                </a:cubicBezTo>
                <a:cubicBezTo>
                  <a:pt x="5602996" y="534648"/>
                  <a:pt x="5664234" y="521349"/>
                  <a:pt x="5692276" y="513720"/>
                </a:cubicBezTo>
                <a:cubicBezTo>
                  <a:pt x="5720317" y="506091"/>
                  <a:pt x="5750009" y="496091"/>
                  <a:pt x="5781349" y="483719"/>
                </a:cubicBezTo>
                <a:cubicBezTo>
                  <a:pt x="5781349" y="452791"/>
                  <a:pt x="5774957" y="431141"/>
                  <a:pt x="5762174" y="418770"/>
                </a:cubicBezTo>
                <a:cubicBezTo>
                  <a:pt x="5749390" y="406399"/>
                  <a:pt x="5726915" y="400213"/>
                  <a:pt x="5694750" y="400213"/>
                </a:cubicBezTo>
                <a:cubicBezTo>
                  <a:pt x="5653512" y="400213"/>
                  <a:pt x="5622584" y="406811"/>
                  <a:pt x="5601965" y="420007"/>
                </a:cubicBezTo>
                <a:cubicBezTo>
                  <a:pt x="5585882" y="430316"/>
                  <a:pt x="5572892" y="449698"/>
                  <a:pt x="5562995" y="478152"/>
                </a:cubicBezTo>
                <a:lnTo>
                  <a:pt x="5322373" y="452791"/>
                </a:lnTo>
                <a:cubicBezTo>
                  <a:pt x="5331445" y="410729"/>
                  <a:pt x="5344538" y="377635"/>
                  <a:pt x="5361652" y="353511"/>
                </a:cubicBezTo>
                <a:cubicBezTo>
                  <a:pt x="5378765" y="329387"/>
                  <a:pt x="5403405" y="308459"/>
                  <a:pt x="5435570" y="290726"/>
                </a:cubicBezTo>
                <a:cubicBezTo>
                  <a:pt x="5458664" y="277943"/>
                  <a:pt x="5490416" y="268046"/>
                  <a:pt x="5530830" y="261035"/>
                </a:cubicBezTo>
                <a:cubicBezTo>
                  <a:pt x="5571243" y="254025"/>
                  <a:pt x="5614955" y="250520"/>
                  <a:pt x="5661966" y="250520"/>
                </a:cubicBezTo>
                <a:close/>
                <a:moveTo>
                  <a:pt x="3833798" y="250520"/>
                </a:moveTo>
                <a:cubicBezTo>
                  <a:pt x="3903490" y="250520"/>
                  <a:pt x="3958027" y="271241"/>
                  <a:pt x="3997409" y="312686"/>
                </a:cubicBezTo>
                <a:cubicBezTo>
                  <a:pt x="4036791" y="354129"/>
                  <a:pt x="4056483" y="418151"/>
                  <a:pt x="4056483" y="504751"/>
                </a:cubicBezTo>
                <a:lnTo>
                  <a:pt x="4056483" y="922283"/>
                </a:lnTo>
                <a:lnTo>
                  <a:pt x="3803489" y="922283"/>
                </a:lnTo>
                <a:lnTo>
                  <a:pt x="3803489" y="561040"/>
                </a:lnTo>
                <a:cubicBezTo>
                  <a:pt x="3803489" y="519802"/>
                  <a:pt x="3795860" y="490627"/>
                  <a:pt x="3780603" y="473513"/>
                </a:cubicBezTo>
                <a:cubicBezTo>
                  <a:pt x="3765344" y="456399"/>
                  <a:pt x="3743900" y="447842"/>
                  <a:pt x="3716271" y="447842"/>
                </a:cubicBezTo>
                <a:cubicBezTo>
                  <a:pt x="3685755" y="447842"/>
                  <a:pt x="3661012" y="459389"/>
                  <a:pt x="3642043" y="482482"/>
                </a:cubicBezTo>
                <a:cubicBezTo>
                  <a:pt x="3623073" y="505575"/>
                  <a:pt x="3613589" y="547019"/>
                  <a:pt x="3613589" y="606814"/>
                </a:cubicBezTo>
                <a:lnTo>
                  <a:pt x="3613589" y="922283"/>
                </a:lnTo>
                <a:lnTo>
                  <a:pt x="3361832" y="922283"/>
                </a:lnTo>
                <a:lnTo>
                  <a:pt x="3361832" y="265365"/>
                </a:lnTo>
                <a:lnTo>
                  <a:pt x="3596269" y="265365"/>
                </a:lnTo>
                <a:lnTo>
                  <a:pt x="3596269" y="372377"/>
                </a:lnTo>
                <a:cubicBezTo>
                  <a:pt x="3631321" y="328665"/>
                  <a:pt x="3666786" y="297428"/>
                  <a:pt x="3702662" y="278664"/>
                </a:cubicBezTo>
                <a:cubicBezTo>
                  <a:pt x="3738539" y="259901"/>
                  <a:pt x="3782251" y="250520"/>
                  <a:pt x="3833798" y="250520"/>
                </a:cubicBezTo>
                <a:close/>
                <a:moveTo>
                  <a:pt x="2842566" y="250520"/>
                </a:moveTo>
                <a:cubicBezTo>
                  <a:pt x="2918031" y="250520"/>
                  <a:pt x="2978651" y="254746"/>
                  <a:pt x="3024425" y="263200"/>
                </a:cubicBezTo>
                <a:cubicBezTo>
                  <a:pt x="3070199" y="271654"/>
                  <a:pt x="3108344" y="289283"/>
                  <a:pt x="3138860" y="316088"/>
                </a:cubicBezTo>
                <a:cubicBezTo>
                  <a:pt x="3160304" y="334645"/>
                  <a:pt x="3177211" y="360934"/>
                  <a:pt x="3189582" y="394955"/>
                </a:cubicBezTo>
                <a:cubicBezTo>
                  <a:pt x="3201953" y="428976"/>
                  <a:pt x="3208139" y="461451"/>
                  <a:pt x="3208139" y="492379"/>
                </a:cubicBezTo>
                <a:lnTo>
                  <a:pt x="3208139" y="782487"/>
                </a:lnTo>
                <a:cubicBezTo>
                  <a:pt x="3208139" y="813415"/>
                  <a:pt x="3210098" y="837643"/>
                  <a:pt x="3214015" y="855169"/>
                </a:cubicBezTo>
                <a:cubicBezTo>
                  <a:pt x="3217933" y="872695"/>
                  <a:pt x="3226490" y="895066"/>
                  <a:pt x="3239686" y="922283"/>
                </a:cubicBezTo>
                <a:lnTo>
                  <a:pt x="3003393" y="922283"/>
                </a:lnTo>
                <a:cubicBezTo>
                  <a:pt x="2993909" y="905376"/>
                  <a:pt x="2987723" y="892489"/>
                  <a:pt x="2984836" y="883623"/>
                </a:cubicBezTo>
                <a:cubicBezTo>
                  <a:pt x="2981950" y="874757"/>
                  <a:pt x="2979063" y="860839"/>
                  <a:pt x="2976176" y="841870"/>
                </a:cubicBezTo>
                <a:cubicBezTo>
                  <a:pt x="2943187" y="873623"/>
                  <a:pt x="2910402" y="896303"/>
                  <a:pt x="2877824" y="909912"/>
                </a:cubicBezTo>
                <a:cubicBezTo>
                  <a:pt x="2833288" y="928056"/>
                  <a:pt x="2781534" y="937129"/>
                  <a:pt x="2722564" y="937129"/>
                </a:cubicBezTo>
                <a:cubicBezTo>
                  <a:pt x="2644212" y="937129"/>
                  <a:pt x="2584727" y="918984"/>
                  <a:pt x="2544107" y="882695"/>
                </a:cubicBezTo>
                <a:cubicBezTo>
                  <a:pt x="2503488" y="846406"/>
                  <a:pt x="2483179" y="801663"/>
                  <a:pt x="2483179" y="748466"/>
                </a:cubicBezTo>
                <a:cubicBezTo>
                  <a:pt x="2483179" y="698568"/>
                  <a:pt x="2497819" y="657537"/>
                  <a:pt x="2527097" y="625371"/>
                </a:cubicBezTo>
                <a:cubicBezTo>
                  <a:pt x="2556376" y="593206"/>
                  <a:pt x="2610398" y="569288"/>
                  <a:pt x="2689161" y="553617"/>
                </a:cubicBezTo>
                <a:cubicBezTo>
                  <a:pt x="2783596" y="534648"/>
                  <a:pt x="2844834" y="521349"/>
                  <a:pt x="2872876" y="513720"/>
                </a:cubicBezTo>
                <a:cubicBezTo>
                  <a:pt x="2900917" y="506091"/>
                  <a:pt x="2930609" y="496091"/>
                  <a:pt x="2961949" y="483719"/>
                </a:cubicBezTo>
                <a:cubicBezTo>
                  <a:pt x="2961949" y="452791"/>
                  <a:pt x="2955558" y="431141"/>
                  <a:pt x="2942774" y="418770"/>
                </a:cubicBezTo>
                <a:cubicBezTo>
                  <a:pt x="2929990" y="406399"/>
                  <a:pt x="2907515" y="400213"/>
                  <a:pt x="2875350" y="400213"/>
                </a:cubicBezTo>
                <a:cubicBezTo>
                  <a:pt x="2834112" y="400213"/>
                  <a:pt x="2803184" y="406811"/>
                  <a:pt x="2782565" y="420007"/>
                </a:cubicBezTo>
                <a:cubicBezTo>
                  <a:pt x="2766482" y="430316"/>
                  <a:pt x="2753492" y="449698"/>
                  <a:pt x="2743596" y="478152"/>
                </a:cubicBezTo>
                <a:lnTo>
                  <a:pt x="2502973" y="452791"/>
                </a:lnTo>
                <a:cubicBezTo>
                  <a:pt x="2512045" y="410729"/>
                  <a:pt x="2525138" y="377635"/>
                  <a:pt x="2542252" y="353511"/>
                </a:cubicBezTo>
                <a:cubicBezTo>
                  <a:pt x="2559365" y="329387"/>
                  <a:pt x="2584005" y="308459"/>
                  <a:pt x="2616170" y="290726"/>
                </a:cubicBezTo>
                <a:cubicBezTo>
                  <a:pt x="2639264" y="277943"/>
                  <a:pt x="2671017" y="268046"/>
                  <a:pt x="2711430" y="261035"/>
                </a:cubicBezTo>
                <a:cubicBezTo>
                  <a:pt x="2751843" y="254025"/>
                  <a:pt x="2795555" y="250520"/>
                  <a:pt x="2842566" y="250520"/>
                </a:cubicBezTo>
                <a:close/>
                <a:moveTo>
                  <a:pt x="1903912" y="250520"/>
                </a:moveTo>
                <a:cubicBezTo>
                  <a:pt x="1955047" y="250520"/>
                  <a:pt x="1997213" y="259179"/>
                  <a:pt x="2030409" y="276499"/>
                </a:cubicBezTo>
                <a:cubicBezTo>
                  <a:pt x="2063605" y="293819"/>
                  <a:pt x="2094637" y="322480"/>
                  <a:pt x="2123503" y="362480"/>
                </a:cubicBezTo>
                <a:lnTo>
                  <a:pt x="2123503" y="265365"/>
                </a:lnTo>
                <a:lnTo>
                  <a:pt x="2359177" y="265365"/>
                </a:lnTo>
                <a:lnTo>
                  <a:pt x="2359177" y="885788"/>
                </a:lnTo>
                <a:lnTo>
                  <a:pt x="2359796" y="914860"/>
                </a:lnTo>
                <a:cubicBezTo>
                  <a:pt x="2359796" y="956098"/>
                  <a:pt x="2351033" y="995377"/>
                  <a:pt x="2333506" y="1032697"/>
                </a:cubicBezTo>
                <a:cubicBezTo>
                  <a:pt x="2315980" y="1070018"/>
                  <a:pt x="2292682" y="1100224"/>
                  <a:pt x="2263608" y="1123317"/>
                </a:cubicBezTo>
                <a:cubicBezTo>
                  <a:pt x="2234536" y="1146411"/>
                  <a:pt x="2197628" y="1163112"/>
                  <a:pt x="2152885" y="1173421"/>
                </a:cubicBezTo>
                <a:cubicBezTo>
                  <a:pt x="2108142" y="1183731"/>
                  <a:pt x="2056904" y="1188886"/>
                  <a:pt x="1999171" y="1188886"/>
                </a:cubicBezTo>
                <a:cubicBezTo>
                  <a:pt x="1867210" y="1188886"/>
                  <a:pt x="1776590" y="1169091"/>
                  <a:pt x="1727311" y="1129503"/>
                </a:cubicBezTo>
                <a:cubicBezTo>
                  <a:pt x="1678032" y="1089915"/>
                  <a:pt x="1653392" y="1036924"/>
                  <a:pt x="1653392" y="970531"/>
                </a:cubicBezTo>
                <a:cubicBezTo>
                  <a:pt x="1653392" y="962284"/>
                  <a:pt x="1653805" y="951150"/>
                  <a:pt x="1654629" y="937129"/>
                </a:cubicBezTo>
                <a:lnTo>
                  <a:pt x="1898963" y="964964"/>
                </a:lnTo>
                <a:cubicBezTo>
                  <a:pt x="1905149" y="987645"/>
                  <a:pt x="1914634" y="1003315"/>
                  <a:pt x="1927417" y="1011975"/>
                </a:cubicBezTo>
                <a:cubicBezTo>
                  <a:pt x="1945974" y="1024759"/>
                  <a:pt x="1969274" y="1031151"/>
                  <a:pt x="1997316" y="1031151"/>
                </a:cubicBezTo>
                <a:cubicBezTo>
                  <a:pt x="2033605" y="1031151"/>
                  <a:pt x="2060718" y="1021460"/>
                  <a:pt x="2078657" y="1002078"/>
                </a:cubicBezTo>
                <a:cubicBezTo>
                  <a:pt x="2096595" y="982697"/>
                  <a:pt x="2105565" y="948882"/>
                  <a:pt x="2105565" y="900633"/>
                </a:cubicBezTo>
                <a:lnTo>
                  <a:pt x="2105565" y="801044"/>
                </a:lnTo>
                <a:cubicBezTo>
                  <a:pt x="2080822" y="830323"/>
                  <a:pt x="2056079" y="851560"/>
                  <a:pt x="2031337" y="864756"/>
                </a:cubicBezTo>
                <a:cubicBezTo>
                  <a:pt x="1992573" y="885375"/>
                  <a:pt x="1950717" y="895685"/>
                  <a:pt x="1905768" y="895685"/>
                </a:cubicBezTo>
                <a:cubicBezTo>
                  <a:pt x="1817931" y="895685"/>
                  <a:pt x="1747002" y="857334"/>
                  <a:pt x="1692980" y="780631"/>
                </a:cubicBezTo>
                <a:cubicBezTo>
                  <a:pt x="1654629" y="726197"/>
                  <a:pt x="1635454" y="654237"/>
                  <a:pt x="1635454" y="564752"/>
                </a:cubicBezTo>
                <a:cubicBezTo>
                  <a:pt x="1635454" y="462482"/>
                  <a:pt x="1660197" y="384543"/>
                  <a:pt x="1709682" y="330933"/>
                </a:cubicBezTo>
                <a:cubicBezTo>
                  <a:pt x="1759167" y="277324"/>
                  <a:pt x="1823911" y="250520"/>
                  <a:pt x="1903912" y="250520"/>
                </a:cubicBezTo>
                <a:close/>
                <a:moveTo>
                  <a:pt x="1473571" y="250520"/>
                </a:moveTo>
                <a:cubicBezTo>
                  <a:pt x="1510685" y="250520"/>
                  <a:pt x="1551304" y="262066"/>
                  <a:pt x="1595428" y="285159"/>
                </a:cubicBezTo>
                <a:lnTo>
                  <a:pt x="1517489" y="464544"/>
                </a:lnTo>
                <a:cubicBezTo>
                  <a:pt x="1487798" y="452172"/>
                  <a:pt x="1464292" y="445987"/>
                  <a:pt x="1446972" y="445987"/>
                </a:cubicBezTo>
                <a:cubicBezTo>
                  <a:pt x="1413982" y="445987"/>
                  <a:pt x="1388415" y="459595"/>
                  <a:pt x="1370270" y="486812"/>
                </a:cubicBezTo>
                <a:cubicBezTo>
                  <a:pt x="1344290" y="525163"/>
                  <a:pt x="1331300" y="596917"/>
                  <a:pt x="1331300" y="702073"/>
                </a:cubicBezTo>
                <a:lnTo>
                  <a:pt x="1331300" y="922283"/>
                </a:lnTo>
                <a:lnTo>
                  <a:pt x="1078307" y="922283"/>
                </a:lnTo>
                <a:lnTo>
                  <a:pt x="1078307" y="265365"/>
                </a:lnTo>
                <a:lnTo>
                  <a:pt x="1313980" y="265365"/>
                </a:lnTo>
                <a:lnTo>
                  <a:pt x="1313980" y="372996"/>
                </a:lnTo>
                <a:cubicBezTo>
                  <a:pt x="1336661" y="326397"/>
                  <a:pt x="1360064" y="294335"/>
                  <a:pt x="1384188" y="276809"/>
                </a:cubicBezTo>
                <a:cubicBezTo>
                  <a:pt x="1408312" y="259282"/>
                  <a:pt x="1438106" y="250520"/>
                  <a:pt x="1473571" y="250520"/>
                </a:cubicBezTo>
                <a:close/>
                <a:moveTo>
                  <a:pt x="467637" y="212168"/>
                </a:moveTo>
                <a:cubicBezTo>
                  <a:pt x="411141" y="212168"/>
                  <a:pt x="365779" y="232169"/>
                  <a:pt x="331552" y="272169"/>
                </a:cubicBezTo>
                <a:cubicBezTo>
                  <a:pt x="297325" y="312170"/>
                  <a:pt x="280211" y="378357"/>
                  <a:pt x="280211" y="470729"/>
                </a:cubicBezTo>
                <a:cubicBezTo>
                  <a:pt x="280211" y="562277"/>
                  <a:pt x="297222" y="628052"/>
                  <a:pt x="331243" y="668052"/>
                </a:cubicBezTo>
                <a:cubicBezTo>
                  <a:pt x="365264" y="708053"/>
                  <a:pt x="411553" y="728053"/>
                  <a:pt x="470111" y="728053"/>
                </a:cubicBezTo>
                <a:cubicBezTo>
                  <a:pt x="530318" y="728053"/>
                  <a:pt x="576917" y="708465"/>
                  <a:pt x="609907" y="669289"/>
                </a:cubicBezTo>
                <a:cubicBezTo>
                  <a:pt x="642897" y="630113"/>
                  <a:pt x="659392" y="559803"/>
                  <a:pt x="659392" y="458358"/>
                </a:cubicBezTo>
                <a:cubicBezTo>
                  <a:pt x="659392" y="372996"/>
                  <a:pt x="642175" y="310624"/>
                  <a:pt x="607742" y="271241"/>
                </a:cubicBezTo>
                <a:cubicBezTo>
                  <a:pt x="573309" y="231859"/>
                  <a:pt x="526607" y="212168"/>
                  <a:pt x="467637" y="212168"/>
                </a:cubicBezTo>
                <a:close/>
                <a:moveTo>
                  <a:pt x="6876459" y="15464"/>
                </a:moveTo>
                <a:lnTo>
                  <a:pt x="7182108" y="15464"/>
                </a:lnTo>
                <a:lnTo>
                  <a:pt x="7522861" y="922283"/>
                </a:lnTo>
                <a:lnTo>
                  <a:pt x="7229429" y="922283"/>
                </a:lnTo>
                <a:lnTo>
                  <a:pt x="7184061" y="772590"/>
                </a:lnTo>
                <a:lnTo>
                  <a:pt x="6865934" y="772590"/>
                </a:lnTo>
                <a:lnTo>
                  <a:pt x="6821735" y="922283"/>
                </a:lnTo>
                <a:lnTo>
                  <a:pt x="6535629" y="922283"/>
                </a:lnTo>
                <a:close/>
                <a:moveTo>
                  <a:pt x="4218836" y="15464"/>
                </a:moveTo>
                <a:lnTo>
                  <a:pt x="4470592" y="15464"/>
                </a:lnTo>
                <a:lnTo>
                  <a:pt x="4470592" y="186807"/>
                </a:lnTo>
                <a:lnTo>
                  <a:pt x="4218836" y="186807"/>
                </a:lnTo>
                <a:close/>
                <a:moveTo>
                  <a:pt x="7718975" y="0"/>
                </a:moveTo>
                <a:lnTo>
                  <a:pt x="7935473" y="0"/>
                </a:lnTo>
                <a:lnTo>
                  <a:pt x="7735676" y="184951"/>
                </a:lnTo>
                <a:lnTo>
                  <a:pt x="7615055" y="184951"/>
                </a:lnTo>
                <a:close/>
                <a:moveTo>
                  <a:pt x="468255" y="0"/>
                </a:moveTo>
                <a:cubicBezTo>
                  <a:pt x="619186" y="0"/>
                  <a:pt x="735476" y="40516"/>
                  <a:pt x="817127" y="121549"/>
                </a:cubicBezTo>
                <a:cubicBezTo>
                  <a:pt x="898778" y="202581"/>
                  <a:pt x="939603" y="316088"/>
                  <a:pt x="939603" y="462069"/>
                </a:cubicBezTo>
                <a:cubicBezTo>
                  <a:pt x="939603" y="568051"/>
                  <a:pt x="921768" y="654959"/>
                  <a:pt x="886097" y="722795"/>
                </a:cubicBezTo>
                <a:cubicBezTo>
                  <a:pt x="850427" y="790632"/>
                  <a:pt x="798879" y="843416"/>
                  <a:pt x="731455" y="881149"/>
                </a:cubicBezTo>
                <a:cubicBezTo>
                  <a:pt x="664032" y="918881"/>
                  <a:pt x="580010" y="937747"/>
                  <a:pt x="479390" y="937747"/>
                </a:cubicBezTo>
                <a:cubicBezTo>
                  <a:pt x="377120" y="937747"/>
                  <a:pt x="292479" y="921458"/>
                  <a:pt x="225468" y="888881"/>
                </a:cubicBezTo>
                <a:cubicBezTo>
                  <a:pt x="158456" y="856303"/>
                  <a:pt x="104125" y="804756"/>
                  <a:pt x="62475" y="734239"/>
                </a:cubicBezTo>
                <a:cubicBezTo>
                  <a:pt x="20825" y="663722"/>
                  <a:pt x="0" y="575473"/>
                  <a:pt x="0" y="469492"/>
                </a:cubicBezTo>
                <a:cubicBezTo>
                  <a:pt x="0" y="321449"/>
                  <a:pt x="41238" y="206189"/>
                  <a:pt x="123713" y="123713"/>
                </a:cubicBezTo>
                <a:cubicBezTo>
                  <a:pt x="206189" y="41238"/>
                  <a:pt x="321036" y="0"/>
                  <a:pt x="4682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9502A3-53B9-4E74-8DDC-61E3C0B3567E}"/>
              </a:ext>
            </a:extLst>
          </p:cNvPr>
          <p:cNvSpPr txBox="1"/>
          <p:nvPr/>
        </p:nvSpPr>
        <p:spPr>
          <a:xfrm>
            <a:off x="4525752" y="4433220"/>
            <a:ext cx="349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" panose="020B0502040204020203" pitchFamily="34" charset="0"/>
              </a:rPr>
              <a:t>Você organizado, foco dobrado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631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651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Bahnschrift SemiBold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Junin</dc:creator>
  <cp:lastModifiedBy>Junin</cp:lastModifiedBy>
  <cp:revision>6</cp:revision>
  <dcterms:created xsi:type="dcterms:W3CDTF">2025-07-22T13:24:20Z</dcterms:created>
  <dcterms:modified xsi:type="dcterms:W3CDTF">2025-07-22T14:20:41Z</dcterms:modified>
</cp:coreProperties>
</file>