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1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4660"/>
  </p:normalViewPr>
  <p:slideViewPr>
    <p:cSldViewPr snapToGrid="0">
      <p:cViewPr>
        <p:scale>
          <a:sx n="66" d="100"/>
          <a:sy n="66" d="100"/>
        </p:scale>
        <p:origin x="2598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1ED96-2DEE-46FB-9B88-802C66389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282F6E-65E0-4A83-A2A0-B70161798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62CED1-CF29-4269-B0E5-C424AE25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D9722-F26E-4516-ABE0-A94706BA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677011-0934-4691-A4F1-14CD1E08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8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390D2-8B63-4A0A-A01B-A44D8401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26250A-98DD-4761-95DF-87BA5D2B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E491FC-5D13-404F-9356-32357F5E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47633-F4A5-41A1-8B80-92C9B2EC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88CBAD-9450-4E1C-B716-05D8E8E0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07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C23CA-DB03-4F0B-9FBC-AF90D606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C6C5B9-4CAF-49FF-A18E-C17A577E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8CB8B-735E-49D1-A4B4-80273654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663AE-042C-45F5-B27C-A8E2BFB2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D322DF-6D49-410E-BAE3-5BA6C164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13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F4DD1-9B3F-4A04-9779-25B9CBC6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5B0AB-01BD-4522-AF3E-2830AA092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8FE66D-EC4F-4FDD-9899-E2052B3DE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10702F-21D0-4F0A-B603-E64791AA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6D3746-417F-4213-8D95-0BEF9788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6BAF6A-1438-42BE-A5CE-C969A6A3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42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9196C-8E4F-4C87-BF2E-31072B58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BCFA75-91E9-4853-B6AE-69ECD6DA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1A8541-E202-434C-8511-1E5512933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0240E1-993F-41A2-AE4F-CD22ECFC2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A06F65-3E3C-4C69-8A04-F815170DE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8220C6-C090-4F58-8ECF-4867D118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91427A-4F81-4BCD-838C-A3D7292C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57E053-481C-4065-800F-818A6CDF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332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E52A6-A955-41C1-A99E-F92B465F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02E371-4412-40F5-8231-311D081B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7B5470-733F-4798-B3F7-9BD91647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C25861-2D00-4CE8-878C-D0738836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98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64675B-C8F6-4565-97A7-EA05DF9E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938BDE-7E2E-4626-9584-029E84A2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C07FA5-12DD-4141-B3D7-4421334C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5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ADF70-2093-4F56-9289-F1CAFA1E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B04A38-0658-4BF5-9D46-673CD277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5F031C-C7D4-4827-B7D2-5B2D5E0EE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067C38-0BEC-410B-A06C-B82317A0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FAAFA-3B18-4662-B1BA-4598F0DA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FB7FC4-77EC-48E2-8891-53359315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63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99D38-C62D-460F-B184-B148A025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1BA94D-3B58-4038-BD05-053519D74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6C8B4A-BB54-40A4-A4D2-45E17A611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81616D-4DF2-4078-B1EF-A7CA1792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1A734E-D8C4-43A0-8168-AD85D853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3B1E70-22F0-44B8-B104-3F8BB613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839BD-9C56-4CF4-9E6B-7AD043F1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0ADB89-1EB4-4B84-AD6E-C3EDB711A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15D0B1-52F6-453E-BEA8-96DA619F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E0A0E4-D474-42E6-8FA9-7D22B571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3D709-5E89-4465-ACED-41693C8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98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6BF678-0BC8-4A77-BBA1-B1E1891F5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CB3D50-13DC-46A6-840B-9743BF90C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2B9522-080A-4E26-B2FA-300039C1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2BACF2-3EE2-4CB2-BFD9-2764A8CD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14A170-3129-47CB-A70F-6271D6BD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52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FDD86D2-AC58-44B4-BD03-ADBA0D16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16AE94-85CE-4276-8D94-746CAFDA3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35C4E1-808A-457B-B06E-8240DB1E6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625F2-44A6-449A-86E1-6E07434F420E}" type="datetimeFigureOut">
              <a:rPr lang="pt-BR" smtClean="0"/>
              <a:t>19/07/2025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110F4-E95D-4446-AC1F-DB32B8A12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01CE83-159B-498B-B647-067108B96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330C8-E4B7-4B7B-A8C0-08829842B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00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Rapper Coolio, autor de “Gangsta's Paradise”, morre aos 59 anos em Los  Angeles | Midiorama">
            <a:extLst>
              <a:ext uri="{FF2B5EF4-FFF2-40B4-BE49-F238E27FC236}">
                <a16:creationId xmlns:a16="http://schemas.microsoft.com/office/drawing/2014/main" id="{71EA473F-7B3B-44ED-921E-79F22B6D1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FF6084-9857-497C-8521-90FDFE765462}"/>
              </a:ext>
            </a:extLst>
          </p:cNvPr>
          <p:cNvSpPr txBox="1"/>
          <p:nvPr/>
        </p:nvSpPr>
        <p:spPr>
          <a:xfrm>
            <a:off x="-1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09394" y="3266251"/>
                </a:moveTo>
                <a:cubicBezTo>
                  <a:pt x="9781538" y="3266251"/>
                  <a:pt x="9842088" y="3295237"/>
                  <a:pt x="9891043" y="3353210"/>
                </a:cubicBezTo>
                <a:cubicBezTo>
                  <a:pt x="9939999" y="3411184"/>
                  <a:pt x="9964476" y="3499432"/>
                  <a:pt x="9964476" y="3617955"/>
                </a:cubicBezTo>
                <a:cubicBezTo>
                  <a:pt x="9964476" y="3745066"/>
                  <a:pt x="9940213" y="3837394"/>
                  <a:pt x="9891688" y="3894938"/>
                </a:cubicBezTo>
                <a:cubicBezTo>
                  <a:pt x="9843162" y="3952482"/>
                  <a:pt x="9781109" y="3981253"/>
                  <a:pt x="9705529" y="3981253"/>
                </a:cubicBezTo>
                <a:cubicBezTo>
                  <a:pt x="9630808" y="3981253"/>
                  <a:pt x="9568756" y="3952052"/>
                  <a:pt x="9519371" y="3893650"/>
                </a:cubicBezTo>
                <a:cubicBezTo>
                  <a:pt x="9469986" y="3835247"/>
                  <a:pt x="9445294" y="3745066"/>
                  <a:pt x="9445294" y="3623108"/>
                </a:cubicBezTo>
                <a:cubicBezTo>
                  <a:pt x="9445294" y="3502867"/>
                  <a:pt x="9470201" y="3413331"/>
                  <a:pt x="9520015" y="3354499"/>
                </a:cubicBezTo>
                <a:cubicBezTo>
                  <a:pt x="9569829" y="3295667"/>
                  <a:pt x="9632955" y="3266251"/>
                  <a:pt x="9709394" y="3266251"/>
                </a:cubicBezTo>
                <a:close/>
                <a:moveTo>
                  <a:pt x="6194670" y="3266251"/>
                </a:moveTo>
                <a:cubicBezTo>
                  <a:pt x="6266814" y="3266251"/>
                  <a:pt x="6327364" y="3295237"/>
                  <a:pt x="6376319" y="3353210"/>
                </a:cubicBezTo>
                <a:cubicBezTo>
                  <a:pt x="6425274" y="3411184"/>
                  <a:pt x="6449751" y="3499432"/>
                  <a:pt x="6449751" y="3617955"/>
                </a:cubicBezTo>
                <a:cubicBezTo>
                  <a:pt x="6449751" y="3745066"/>
                  <a:pt x="6425489" y="3837394"/>
                  <a:pt x="6376963" y="3894938"/>
                </a:cubicBezTo>
                <a:cubicBezTo>
                  <a:pt x="6328437" y="3952482"/>
                  <a:pt x="6266385" y="3981253"/>
                  <a:pt x="6190805" y="3981253"/>
                </a:cubicBezTo>
                <a:cubicBezTo>
                  <a:pt x="6116084" y="3981253"/>
                  <a:pt x="6054031" y="3952052"/>
                  <a:pt x="6004646" y="3893650"/>
                </a:cubicBezTo>
                <a:cubicBezTo>
                  <a:pt x="5955262" y="3835247"/>
                  <a:pt x="5930569" y="3745066"/>
                  <a:pt x="5930569" y="3623108"/>
                </a:cubicBezTo>
                <a:cubicBezTo>
                  <a:pt x="5930569" y="3502867"/>
                  <a:pt x="5955477" y="3413331"/>
                  <a:pt x="6005290" y="3354499"/>
                </a:cubicBezTo>
                <a:cubicBezTo>
                  <a:pt x="6055105" y="3295667"/>
                  <a:pt x="6118231" y="3266251"/>
                  <a:pt x="6194670" y="3266251"/>
                </a:cubicBezTo>
                <a:close/>
                <a:moveTo>
                  <a:pt x="4432544" y="3266251"/>
                </a:moveTo>
                <a:cubicBezTo>
                  <a:pt x="4504689" y="3266251"/>
                  <a:pt x="4565239" y="3295237"/>
                  <a:pt x="4614194" y="3353210"/>
                </a:cubicBezTo>
                <a:cubicBezTo>
                  <a:pt x="4663149" y="3411184"/>
                  <a:pt x="4687627" y="3499432"/>
                  <a:pt x="4687627" y="3617955"/>
                </a:cubicBezTo>
                <a:cubicBezTo>
                  <a:pt x="4687627" y="3745066"/>
                  <a:pt x="4663364" y="3837394"/>
                  <a:pt x="4614838" y="3894938"/>
                </a:cubicBezTo>
                <a:cubicBezTo>
                  <a:pt x="4566312" y="3952482"/>
                  <a:pt x="4504260" y="3981253"/>
                  <a:pt x="4428680" y="3981253"/>
                </a:cubicBezTo>
                <a:cubicBezTo>
                  <a:pt x="4353959" y="3981253"/>
                  <a:pt x="4291906" y="3952052"/>
                  <a:pt x="4242521" y="3893650"/>
                </a:cubicBezTo>
                <a:cubicBezTo>
                  <a:pt x="4193137" y="3835247"/>
                  <a:pt x="4168445" y="3745066"/>
                  <a:pt x="4168445" y="3623108"/>
                </a:cubicBezTo>
                <a:cubicBezTo>
                  <a:pt x="4168445" y="3502867"/>
                  <a:pt x="4193352" y="3413331"/>
                  <a:pt x="4243165" y="3354499"/>
                </a:cubicBezTo>
                <a:cubicBezTo>
                  <a:pt x="4292979" y="3295667"/>
                  <a:pt x="4356106" y="3266251"/>
                  <a:pt x="4432544" y="3266251"/>
                </a:cubicBezTo>
                <a:close/>
                <a:moveTo>
                  <a:pt x="8127110" y="2936448"/>
                </a:moveTo>
                <a:lnTo>
                  <a:pt x="8127110" y="4304615"/>
                </a:lnTo>
                <a:lnTo>
                  <a:pt x="8651444" y="4304615"/>
                </a:lnTo>
                <a:lnTo>
                  <a:pt x="8651444" y="2936448"/>
                </a:lnTo>
                <a:close/>
                <a:moveTo>
                  <a:pt x="9701664" y="2905529"/>
                </a:moveTo>
                <a:cubicBezTo>
                  <a:pt x="9462042" y="2905529"/>
                  <a:pt x="9271804" y="2973164"/>
                  <a:pt x="9130950" y="3108435"/>
                </a:cubicBezTo>
                <a:cubicBezTo>
                  <a:pt x="8990096" y="3243706"/>
                  <a:pt x="8919670" y="3415693"/>
                  <a:pt x="8919670" y="3624396"/>
                </a:cubicBezTo>
                <a:cubicBezTo>
                  <a:pt x="8919670" y="3848559"/>
                  <a:pt x="9002980" y="4029779"/>
                  <a:pt x="9169599" y="4168056"/>
                </a:cubicBezTo>
                <a:cubicBezTo>
                  <a:pt x="9305300" y="4279708"/>
                  <a:pt x="9483084" y="4335534"/>
                  <a:pt x="9702952" y="4335534"/>
                </a:cubicBezTo>
                <a:cubicBezTo>
                  <a:pt x="9949446" y="4335534"/>
                  <a:pt x="10142475" y="4268328"/>
                  <a:pt x="10282041" y="4133916"/>
                </a:cubicBezTo>
                <a:cubicBezTo>
                  <a:pt x="10421606" y="3999504"/>
                  <a:pt x="10491388" y="3827088"/>
                  <a:pt x="10491388" y="3616667"/>
                </a:cubicBezTo>
                <a:cubicBezTo>
                  <a:pt x="10491388" y="3429434"/>
                  <a:pt x="10435133" y="3271833"/>
                  <a:pt x="10322622" y="3143863"/>
                </a:cubicBezTo>
                <a:cubicBezTo>
                  <a:pt x="10182627" y="2984973"/>
                  <a:pt x="9975641" y="2905529"/>
                  <a:pt x="9701664" y="2905529"/>
                </a:cubicBezTo>
                <a:close/>
                <a:moveTo>
                  <a:pt x="6186940" y="2905529"/>
                </a:moveTo>
                <a:cubicBezTo>
                  <a:pt x="5947317" y="2905529"/>
                  <a:pt x="5757079" y="2973164"/>
                  <a:pt x="5616226" y="3108435"/>
                </a:cubicBezTo>
                <a:cubicBezTo>
                  <a:pt x="5475372" y="3243706"/>
                  <a:pt x="5404946" y="3415693"/>
                  <a:pt x="5404946" y="3624396"/>
                </a:cubicBezTo>
                <a:cubicBezTo>
                  <a:pt x="5404946" y="3848559"/>
                  <a:pt x="5488255" y="4029779"/>
                  <a:pt x="5654875" y="4168056"/>
                </a:cubicBezTo>
                <a:cubicBezTo>
                  <a:pt x="5790575" y="4279708"/>
                  <a:pt x="5968360" y="4335534"/>
                  <a:pt x="6188228" y="4335534"/>
                </a:cubicBezTo>
                <a:cubicBezTo>
                  <a:pt x="6434722" y="4335534"/>
                  <a:pt x="6627751" y="4268328"/>
                  <a:pt x="6767316" y="4133916"/>
                </a:cubicBezTo>
                <a:cubicBezTo>
                  <a:pt x="6906881" y="3999504"/>
                  <a:pt x="6976663" y="3827088"/>
                  <a:pt x="6976663" y="3616667"/>
                </a:cubicBezTo>
                <a:cubicBezTo>
                  <a:pt x="6976663" y="3429434"/>
                  <a:pt x="6920408" y="3271833"/>
                  <a:pt x="6807898" y="3143863"/>
                </a:cubicBezTo>
                <a:cubicBezTo>
                  <a:pt x="6667903" y="2984973"/>
                  <a:pt x="6460917" y="2905529"/>
                  <a:pt x="6186940" y="2905529"/>
                </a:cubicBezTo>
                <a:close/>
                <a:moveTo>
                  <a:pt x="4424815" y="2905529"/>
                </a:moveTo>
                <a:cubicBezTo>
                  <a:pt x="4185193" y="2905529"/>
                  <a:pt x="3994954" y="2973164"/>
                  <a:pt x="3854101" y="3108435"/>
                </a:cubicBezTo>
                <a:cubicBezTo>
                  <a:pt x="3713248" y="3243706"/>
                  <a:pt x="3642821" y="3415693"/>
                  <a:pt x="3642821" y="3624396"/>
                </a:cubicBezTo>
                <a:cubicBezTo>
                  <a:pt x="3642821" y="3848559"/>
                  <a:pt x="3726131" y="4029779"/>
                  <a:pt x="3892750" y="4168056"/>
                </a:cubicBezTo>
                <a:cubicBezTo>
                  <a:pt x="4028450" y="4279708"/>
                  <a:pt x="4206234" y="4335534"/>
                  <a:pt x="4426103" y="4335534"/>
                </a:cubicBezTo>
                <a:cubicBezTo>
                  <a:pt x="4672596" y="4335534"/>
                  <a:pt x="4865626" y="4268328"/>
                  <a:pt x="5005191" y="4133916"/>
                </a:cubicBezTo>
                <a:cubicBezTo>
                  <a:pt x="5144756" y="3999504"/>
                  <a:pt x="5214539" y="3827088"/>
                  <a:pt x="5214539" y="3616667"/>
                </a:cubicBezTo>
                <a:cubicBezTo>
                  <a:pt x="5214539" y="3429434"/>
                  <a:pt x="5158284" y="3271833"/>
                  <a:pt x="5045772" y="3143863"/>
                </a:cubicBezTo>
                <a:cubicBezTo>
                  <a:pt x="4905778" y="2984973"/>
                  <a:pt x="4698792" y="2905529"/>
                  <a:pt x="4424815" y="2905529"/>
                </a:cubicBezTo>
                <a:close/>
                <a:moveTo>
                  <a:pt x="8127110" y="2415977"/>
                </a:moveTo>
                <a:lnTo>
                  <a:pt x="8127110" y="2772834"/>
                </a:lnTo>
                <a:lnTo>
                  <a:pt x="8651444" y="2772834"/>
                </a:lnTo>
                <a:lnTo>
                  <a:pt x="8651444" y="2415977"/>
                </a:lnTo>
                <a:close/>
                <a:moveTo>
                  <a:pt x="7249521" y="2415977"/>
                </a:moveTo>
                <a:lnTo>
                  <a:pt x="7249521" y="4304615"/>
                </a:lnTo>
                <a:lnTo>
                  <a:pt x="7775145" y="4304615"/>
                </a:lnTo>
                <a:lnTo>
                  <a:pt x="7775145" y="2415977"/>
                </a:lnTo>
                <a:close/>
                <a:moveTo>
                  <a:pt x="2580491" y="2383770"/>
                </a:moveTo>
                <a:cubicBezTo>
                  <a:pt x="2276453" y="2383770"/>
                  <a:pt x="2041340" y="2467670"/>
                  <a:pt x="1875150" y="2635470"/>
                </a:cubicBezTo>
                <a:cubicBezTo>
                  <a:pt x="1708960" y="2803270"/>
                  <a:pt x="1625865" y="3043376"/>
                  <a:pt x="1625865" y="3355787"/>
                </a:cubicBezTo>
                <a:cubicBezTo>
                  <a:pt x="1625865" y="3590109"/>
                  <a:pt x="1673102" y="3782370"/>
                  <a:pt x="1767577" y="3932570"/>
                </a:cubicBezTo>
                <a:cubicBezTo>
                  <a:pt x="1862052" y="4082770"/>
                  <a:pt x="1974348" y="4187696"/>
                  <a:pt x="2104466" y="4247346"/>
                </a:cubicBezTo>
                <a:cubicBezTo>
                  <a:pt x="2234584" y="4306997"/>
                  <a:pt x="2402276" y="4336822"/>
                  <a:pt x="2607545" y="4336822"/>
                </a:cubicBezTo>
                <a:cubicBezTo>
                  <a:pt x="2776741" y="4336822"/>
                  <a:pt x="2916091" y="4312345"/>
                  <a:pt x="3025596" y="4263390"/>
                </a:cubicBezTo>
                <a:cubicBezTo>
                  <a:pt x="3135101" y="4214435"/>
                  <a:pt x="3226784" y="4141861"/>
                  <a:pt x="3300647" y="4045668"/>
                </a:cubicBezTo>
                <a:cubicBezTo>
                  <a:pt x="3374509" y="3949476"/>
                  <a:pt x="3428617" y="3829664"/>
                  <a:pt x="3462971" y="3686234"/>
                </a:cubicBezTo>
                <a:lnTo>
                  <a:pt x="2951519" y="3531639"/>
                </a:lnTo>
                <a:cubicBezTo>
                  <a:pt x="2925753" y="3651021"/>
                  <a:pt x="2884313" y="3742060"/>
                  <a:pt x="2827199" y="3804757"/>
                </a:cubicBezTo>
                <a:cubicBezTo>
                  <a:pt x="2770084" y="3867454"/>
                  <a:pt x="2685701" y="3898803"/>
                  <a:pt x="2574049" y="3898803"/>
                </a:cubicBezTo>
                <a:cubicBezTo>
                  <a:pt x="2458961" y="3898803"/>
                  <a:pt x="2369640" y="3859986"/>
                  <a:pt x="2306084" y="3782353"/>
                </a:cubicBezTo>
                <a:cubicBezTo>
                  <a:pt x="2242528" y="3704720"/>
                  <a:pt x="2210750" y="3561243"/>
                  <a:pt x="2210750" y="3351922"/>
                </a:cubicBezTo>
                <a:cubicBezTo>
                  <a:pt x="2210750" y="3182941"/>
                  <a:pt x="2237375" y="3058990"/>
                  <a:pt x="2290624" y="2980069"/>
                </a:cubicBezTo>
                <a:cubicBezTo>
                  <a:pt x="2361051" y="2873690"/>
                  <a:pt x="2462397" y="2820501"/>
                  <a:pt x="2594661" y="2820501"/>
                </a:cubicBezTo>
                <a:cubicBezTo>
                  <a:pt x="2653064" y="2820501"/>
                  <a:pt x="2705884" y="2832525"/>
                  <a:pt x="2753122" y="2856573"/>
                </a:cubicBezTo>
                <a:cubicBezTo>
                  <a:pt x="2800360" y="2880621"/>
                  <a:pt x="2840296" y="2914976"/>
                  <a:pt x="2872933" y="2959637"/>
                </a:cubicBezTo>
                <a:cubicBezTo>
                  <a:pt x="2892687" y="2986262"/>
                  <a:pt x="2911582" y="3028346"/>
                  <a:pt x="2929618" y="3085890"/>
                </a:cubicBezTo>
                <a:lnTo>
                  <a:pt x="3444935" y="2971231"/>
                </a:lnTo>
                <a:cubicBezTo>
                  <a:pt x="3378803" y="2771975"/>
                  <a:pt x="3277672" y="2624251"/>
                  <a:pt x="3141542" y="2528059"/>
                </a:cubicBezTo>
                <a:cubicBezTo>
                  <a:pt x="3005412" y="2431866"/>
                  <a:pt x="2818395" y="2383770"/>
                  <a:pt x="2580491" y="23837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20800" dirty="0">
              <a:latin typeface="Arial Black" panose="020B0A04020102020204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3D36730-24F5-47DC-BEBD-7EAB3F36B816}"/>
              </a:ext>
            </a:extLst>
          </p:cNvPr>
          <p:cNvSpPr/>
          <p:nvPr/>
        </p:nvSpPr>
        <p:spPr>
          <a:xfrm>
            <a:off x="-6167720" y="50799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DD586CD-D2BE-4C74-BA8E-7D5588B1CC7D}"/>
              </a:ext>
            </a:extLst>
          </p:cNvPr>
          <p:cNvSpPr txBox="1"/>
          <p:nvPr/>
        </p:nvSpPr>
        <p:spPr>
          <a:xfrm>
            <a:off x="-4575551" y="1143678"/>
            <a:ext cx="2744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 foi </a:t>
            </a:r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EFAFFEA-A9FF-404F-8882-786ECF161E1A}"/>
              </a:ext>
            </a:extLst>
          </p:cNvPr>
          <p:cNvSpPr txBox="1"/>
          <p:nvPr/>
        </p:nvSpPr>
        <p:spPr>
          <a:xfrm>
            <a:off x="-5820711" y="1996975"/>
            <a:ext cx="5473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, nome artístico de </a:t>
            </a:r>
            <a:r>
              <a:rPr lang="pt-BR" b="1" dirty="0" err="1">
                <a:solidFill>
                  <a:schemeClr val="bg1"/>
                </a:solidFill>
              </a:rPr>
              <a:t>Artis</a:t>
            </a:r>
            <a:r>
              <a:rPr lang="pt-BR" b="1" dirty="0">
                <a:solidFill>
                  <a:schemeClr val="bg1"/>
                </a:solidFill>
              </a:rPr>
              <a:t> Leon </a:t>
            </a:r>
            <a:r>
              <a:rPr lang="pt-BR" b="1" dirty="0" err="1">
                <a:solidFill>
                  <a:schemeClr val="bg1"/>
                </a:solidFill>
              </a:rPr>
              <a:t>Ivey</a:t>
            </a:r>
            <a:r>
              <a:rPr lang="pt-BR" b="1" dirty="0">
                <a:solidFill>
                  <a:schemeClr val="bg1"/>
                </a:solidFill>
              </a:rPr>
              <a:t> Jr.</a:t>
            </a:r>
            <a:r>
              <a:rPr lang="pt-BR" dirty="0">
                <a:solidFill>
                  <a:schemeClr val="bg1"/>
                </a:solidFill>
              </a:rPr>
              <a:t>, foi um rapper americano que se destacou nos anos 90 com o hit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Gangsta's</a:t>
            </a:r>
            <a:r>
              <a:rPr lang="pt-BR" b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, que venceu um Grammy e marcou uma geração. Nascido em </a:t>
            </a:r>
            <a:r>
              <a:rPr lang="pt-BR" b="1" dirty="0">
                <a:solidFill>
                  <a:schemeClr val="bg1"/>
                </a:solidFill>
              </a:rPr>
              <a:t>Compton, Califórnia</a:t>
            </a:r>
            <a:r>
              <a:rPr lang="pt-BR" dirty="0">
                <a:solidFill>
                  <a:schemeClr val="bg1"/>
                </a:solidFill>
              </a:rPr>
              <a:t>, ele ficou conhecido por seu estilo único, tanto na música quanto na aparência. Além da carreira musical, participou de filmes, séries e programas de TV.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faleceu em </a:t>
            </a:r>
            <a:r>
              <a:rPr lang="pt-BR" b="1" dirty="0">
                <a:solidFill>
                  <a:schemeClr val="bg1"/>
                </a:solidFill>
              </a:rPr>
              <a:t>2022</a:t>
            </a:r>
            <a:r>
              <a:rPr lang="pt-BR" dirty="0">
                <a:solidFill>
                  <a:schemeClr val="bg1"/>
                </a:solidFill>
              </a:rPr>
              <a:t>, aos 59 anos, sendo lembrado como um dos ícones do rap daquela década.</a:t>
            </a:r>
          </a:p>
        </p:txBody>
      </p:sp>
    </p:spTree>
    <p:extLst>
      <p:ext uri="{BB962C8B-B14F-4D97-AF65-F5344CB8AC3E}">
        <p14:creationId xmlns:p14="http://schemas.microsoft.com/office/powerpoint/2010/main" val="264143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apper Coolio, autor de “Gangsta's Paradise”, morre aos 59 anos em Los  Angeles | Midiorama">
            <a:extLst>
              <a:ext uri="{FF2B5EF4-FFF2-40B4-BE49-F238E27FC236}">
                <a16:creationId xmlns:a16="http://schemas.microsoft.com/office/drawing/2014/main" id="{EAC55C85-F075-49DF-BA64-8666240F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46D8F0-4202-4E19-92FC-CB039E100062}"/>
              </a:ext>
            </a:extLst>
          </p:cNvPr>
          <p:cNvSpPr txBox="1"/>
          <p:nvPr/>
        </p:nvSpPr>
        <p:spPr>
          <a:xfrm>
            <a:off x="-80873602" y="-46583602"/>
            <a:ext cx="173939202" cy="10002520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09394" y="3266251"/>
                </a:moveTo>
                <a:cubicBezTo>
                  <a:pt x="9781538" y="3266251"/>
                  <a:pt x="9842088" y="3295237"/>
                  <a:pt x="9891043" y="3353210"/>
                </a:cubicBezTo>
                <a:cubicBezTo>
                  <a:pt x="9939999" y="3411184"/>
                  <a:pt x="9964476" y="3499432"/>
                  <a:pt x="9964476" y="3617955"/>
                </a:cubicBezTo>
                <a:cubicBezTo>
                  <a:pt x="9964476" y="3745066"/>
                  <a:pt x="9940213" y="3837394"/>
                  <a:pt x="9891688" y="3894938"/>
                </a:cubicBezTo>
                <a:cubicBezTo>
                  <a:pt x="9843162" y="3952482"/>
                  <a:pt x="9781109" y="3981253"/>
                  <a:pt x="9705529" y="3981253"/>
                </a:cubicBezTo>
                <a:cubicBezTo>
                  <a:pt x="9630808" y="3981253"/>
                  <a:pt x="9568756" y="3952052"/>
                  <a:pt x="9519371" y="3893650"/>
                </a:cubicBezTo>
                <a:cubicBezTo>
                  <a:pt x="9469986" y="3835247"/>
                  <a:pt x="9445294" y="3745066"/>
                  <a:pt x="9445294" y="3623108"/>
                </a:cubicBezTo>
                <a:cubicBezTo>
                  <a:pt x="9445294" y="3502867"/>
                  <a:pt x="9470201" y="3413331"/>
                  <a:pt x="9520015" y="3354499"/>
                </a:cubicBezTo>
                <a:cubicBezTo>
                  <a:pt x="9569829" y="3295667"/>
                  <a:pt x="9632955" y="3266251"/>
                  <a:pt x="9709394" y="3266251"/>
                </a:cubicBezTo>
                <a:close/>
                <a:moveTo>
                  <a:pt x="6194670" y="3266251"/>
                </a:moveTo>
                <a:cubicBezTo>
                  <a:pt x="6266814" y="3266251"/>
                  <a:pt x="6327364" y="3295237"/>
                  <a:pt x="6376319" y="3353210"/>
                </a:cubicBezTo>
                <a:cubicBezTo>
                  <a:pt x="6425274" y="3411184"/>
                  <a:pt x="6449751" y="3499432"/>
                  <a:pt x="6449751" y="3617955"/>
                </a:cubicBezTo>
                <a:cubicBezTo>
                  <a:pt x="6449751" y="3745066"/>
                  <a:pt x="6425489" y="3837394"/>
                  <a:pt x="6376963" y="3894938"/>
                </a:cubicBezTo>
                <a:cubicBezTo>
                  <a:pt x="6328437" y="3952482"/>
                  <a:pt x="6266385" y="3981253"/>
                  <a:pt x="6190805" y="3981253"/>
                </a:cubicBezTo>
                <a:cubicBezTo>
                  <a:pt x="6116084" y="3981253"/>
                  <a:pt x="6054031" y="3952052"/>
                  <a:pt x="6004646" y="3893650"/>
                </a:cubicBezTo>
                <a:cubicBezTo>
                  <a:pt x="5955262" y="3835247"/>
                  <a:pt x="5930569" y="3745066"/>
                  <a:pt x="5930569" y="3623108"/>
                </a:cubicBezTo>
                <a:cubicBezTo>
                  <a:pt x="5930569" y="3502867"/>
                  <a:pt x="5955477" y="3413331"/>
                  <a:pt x="6005290" y="3354499"/>
                </a:cubicBezTo>
                <a:cubicBezTo>
                  <a:pt x="6055105" y="3295667"/>
                  <a:pt x="6118231" y="3266251"/>
                  <a:pt x="6194670" y="3266251"/>
                </a:cubicBezTo>
                <a:close/>
                <a:moveTo>
                  <a:pt x="4432544" y="3266251"/>
                </a:moveTo>
                <a:cubicBezTo>
                  <a:pt x="4504689" y="3266251"/>
                  <a:pt x="4565239" y="3295237"/>
                  <a:pt x="4614194" y="3353210"/>
                </a:cubicBezTo>
                <a:cubicBezTo>
                  <a:pt x="4663149" y="3411184"/>
                  <a:pt x="4687627" y="3499432"/>
                  <a:pt x="4687627" y="3617955"/>
                </a:cubicBezTo>
                <a:cubicBezTo>
                  <a:pt x="4687627" y="3745066"/>
                  <a:pt x="4663364" y="3837394"/>
                  <a:pt x="4614838" y="3894938"/>
                </a:cubicBezTo>
                <a:cubicBezTo>
                  <a:pt x="4566312" y="3952482"/>
                  <a:pt x="4504260" y="3981253"/>
                  <a:pt x="4428680" y="3981253"/>
                </a:cubicBezTo>
                <a:cubicBezTo>
                  <a:pt x="4353959" y="3981253"/>
                  <a:pt x="4291906" y="3952052"/>
                  <a:pt x="4242521" y="3893650"/>
                </a:cubicBezTo>
                <a:cubicBezTo>
                  <a:pt x="4193137" y="3835247"/>
                  <a:pt x="4168445" y="3745066"/>
                  <a:pt x="4168445" y="3623108"/>
                </a:cubicBezTo>
                <a:cubicBezTo>
                  <a:pt x="4168445" y="3502867"/>
                  <a:pt x="4193352" y="3413331"/>
                  <a:pt x="4243165" y="3354499"/>
                </a:cubicBezTo>
                <a:cubicBezTo>
                  <a:pt x="4292979" y="3295667"/>
                  <a:pt x="4356106" y="3266251"/>
                  <a:pt x="4432544" y="3266251"/>
                </a:cubicBezTo>
                <a:close/>
                <a:moveTo>
                  <a:pt x="8127110" y="2936448"/>
                </a:moveTo>
                <a:lnTo>
                  <a:pt x="8127110" y="4304615"/>
                </a:lnTo>
                <a:lnTo>
                  <a:pt x="8651444" y="4304615"/>
                </a:lnTo>
                <a:lnTo>
                  <a:pt x="8651444" y="2936448"/>
                </a:lnTo>
                <a:close/>
                <a:moveTo>
                  <a:pt x="9701664" y="2905529"/>
                </a:moveTo>
                <a:cubicBezTo>
                  <a:pt x="9462042" y="2905529"/>
                  <a:pt x="9271804" y="2973164"/>
                  <a:pt x="9130950" y="3108435"/>
                </a:cubicBezTo>
                <a:cubicBezTo>
                  <a:pt x="8990096" y="3243706"/>
                  <a:pt x="8919670" y="3415693"/>
                  <a:pt x="8919670" y="3624396"/>
                </a:cubicBezTo>
                <a:cubicBezTo>
                  <a:pt x="8919670" y="3848559"/>
                  <a:pt x="9002980" y="4029779"/>
                  <a:pt x="9169599" y="4168056"/>
                </a:cubicBezTo>
                <a:cubicBezTo>
                  <a:pt x="9305300" y="4279708"/>
                  <a:pt x="9483084" y="4335534"/>
                  <a:pt x="9702952" y="4335534"/>
                </a:cubicBezTo>
                <a:cubicBezTo>
                  <a:pt x="9949446" y="4335534"/>
                  <a:pt x="10142475" y="4268328"/>
                  <a:pt x="10282041" y="4133916"/>
                </a:cubicBezTo>
                <a:cubicBezTo>
                  <a:pt x="10421606" y="3999504"/>
                  <a:pt x="10491388" y="3827088"/>
                  <a:pt x="10491388" y="3616667"/>
                </a:cubicBezTo>
                <a:cubicBezTo>
                  <a:pt x="10491388" y="3429434"/>
                  <a:pt x="10435133" y="3271833"/>
                  <a:pt x="10322622" y="3143863"/>
                </a:cubicBezTo>
                <a:cubicBezTo>
                  <a:pt x="10182627" y="2984973"/>
                  <a:pt x="9975641" y="2905529"/>
                  <a:pt x="9701664" y="2905529"/>
                </a:cubicBezTo>
                <a:close/>
                <a:moveTo>
                  <a:pt x="6186940" y="2905529"/>
                </a:moveTo>
                <a:cubicBezTo>
                  <a:pt x="5947317" y="2905529"/>
                  <a:pt x="5757079" y="2973164"/>
                  <a:pt x="5616226" y="3108435"/>
                </a:cubicBezTo>
                <a:cubicBezTo>
                  <a:pt x="5475372" y="3243706"/>
                  <a:pt x="5404946" y="3415693"/>
                  <a:pt x="5404946" y="3624396"/>
                </a:cubicBezTo>
                <a:cubicBezTo>
                  <a:pt x="5404946" y="3848559"/>
                  <a:pt x="5488255" y="4029779"/>
                  <a:pt x="5654875" y="4168056"/>
                </a:cubicBezTo>
                <a:cubicBezTo>
                  <a:pt x="5790575" y="4279708"/>
                  <a:pt x="5968360" y="4335534"/>
                  <a:pt x="6188228" y="4335534"/>
                </a:cubicBezTo>
                <a:cubicBezTo>
                  <a:pt x="6434722" y="4335534"/>
                  <a:pt x="6627751" y="4268328"/>
                  <a:pt x="6767316" y="4133916"/>
                </a:cubicBezTo>
                <a:cubicBezTo>
                  <a:pt x="6906881" y="3999504"/>
                  <a:pt x="6976663" y="3827088"/>
                  <a:pt x="6976663" y="3616667"/>
                </a:cubicBezTo>
                <a:cubicBezTo>
                  <a:pt x="6976663" y="3429434"/>
                  <a:pt x="6920408" y="3271833"/>
                  <a:pt x="6807898" y="3143863"/>
                </a:cubicBezTo>
                <a:cubicBezTo>
                  <a:pt x="6667903" y="2984973"/>
                  <a:pt x="6460917" y="2905529"/>
                  <a:pt x="6186940" y="2905529"/>
                </a:cubicBezTo>
                <a:close/>
                <a:moveTo>
                  <a:pt x="4424815" y="2905529"/>
                </a:moveTo>
                <a:cubicBezTo>
                  <a:pt x="4185193" y="2905529"/>
                  <a:pt x="3994954" y="2973164"/>
                  <a:pt x="3854101" y="3108435"/>
                </a:cubicBezTo>
                <a:cubicBezTo>
                  <a:pt x="3713248" y="3243706"/>
                  <a:pt x="3642821" y="3415693"/>
                  <a:pt x="3642821" y="3624396"/>
                </a:cubicBezTo>
                <a:cubicBezTo>
                  <a:pt x="3642821" y="3848559"/>
                  <a:pt x="3726131" y="4029779"/>
                  <a:pt x="3892750" y="4168056"/>
                </a:cubicBezTo>
                <a:cubicBezTo>
                  <a:pt x="4028450" y="4279708"/>
                  <a:pt x="4206234" y="4335534"/>
                  <a:pt x="4426103" y="4335534"/>
                </a:cubicBezTo>
                <a:cubicBezTo>
                  <a:pt x="4672596" y="4335534"/>
                  <a:pt x="4865626" y="4268328"/>
                  <a:pt x="5005191" y="4133916"/>
                </a:cubicBezTo>
                <a:cubicBezTo>
                  <a:pt x="5144756" y="3999504"/>
                  <a:pt x="5214539" y="3827088"/>
                  <a:pt x="5214539" y="3616667"/>
                </a:cubicBezTo>
                <a:cubicBezTo>
                  <a:pt x="5214539" y="3429434"/>
                  <a:pt x="5158284" y="3271833"/>
                  <a:pt x="5045772" y="3143863"/>
                </a:cubicBezTo>
                <a:cubicBezTo>
                  <a:pt x="4905778" y="2984973"/>
                  <a:pt x="4698792" y="2905529"/>
                  <a:pt x="4424815" y="2905529"/>
                </a:cubicBezTo>
                <a:close/>
                <a:moveTo>
                  <a:pt x="8127110" y="2415977"/>
                </a:moveTo>
                <a:lnTo>
                  <a:pt x="8127110" y="2772834"/>
                </a:lnTo>
                <a:lnTo>
                  <a:pt x="8651444" y="2772834"/>
                </a:lnTo>
                <a:lnTo>
                  <a:pt x="8651444" y="2415977"/>
                </a:lnTo>
                <a:close/>
                <a:moveTo>
                  <a:pt x="7249521" y="2415977"/>
                </a:moveTo>
                <a:lnTo>
                  <a:pt x="7249521" y="4304615"/>
                </a:lnTo>
                <a:lnTo>
                  <a:pt x="7775145" y="4304615"/>
                </a:lnTo>
                <a:lnTo>
                  <a:pt x="7775145" y="2415977"/>
                </a:lnTo>
                <a:close/>
                <a:moveTo>
                  <a:pt x="2580491" y="2383770"/>
                </a:moveTo>
                <a:cubicBezTo>
                  <a:pt x="2276453" y="2383770"/>
                  <a:pt x="2041340" y="2467670"/>
                  <a:pt x="1875150" y="2635470"/>
                </a:cubicBezTo>
                <a:cubicBezTo>
                  <a:pt x="1708960" y="2803270"/>
                  <a:pt x="1625865" y="3043376"/>
                  <a:pt x="1625865" y="3355787"/>
                </a:cubicBezTo>
                <a:cubicBezTo>
                  <a:pt x="1625865" y="3590109"/>
                  <a:pt x="1673102" y="3782370"/>
                  <a:pt x="1767577" y="3932570"/>
                </a:cubicBezTo>
                <a:cubicBezTo>
                  <a:pt x="1862052" y="4082770"/>
                  <a:pt x="1974348" y="4187696"/>
                  <a:pt x="2104466" y="4247346"/>
                </a:cubicBezTo>
                <a:cubicBezTo>
                  <a:pt x="2234584" y="4306997"/>
                  <a:pt x="2402276" y="4336822"/>
                  <a:pt x="2607545" y="4336822"/>
                </a:cubicBezTo>
                <a:cubicBezTo>
                  <a:pt x="2776741" y="4336822"/>
                  <a:pt x="2916091" y="4312345"/>
                  <a:pt x="3025596" y="4263390"/>
                </a:cubicBezTo>
                <a:cubicBezTo>
                  <a:pt x="3135101" y="4214435"/>
                  <a:pt x="3226784" y="4141861"/>
                  <a:pt x="3300647" y="4045668"/>
                </a:cubicBezTo>
                <a:cubicBezTo>
                  <a:pt x="3374509" y="3949476"/>
                  <a:pt x="3428617" y="3829664"/>
                  <a:pt x="3462971" y="3686234"/>
                </a:cubicBezTo>
                <a:lnTo>
                  <a:pt x="2951519" y="3531639"/>
                </a:lnTo>
                <a:cubicBezTo>
                  <a:pt x="2925753" y="3651021"/>
                  <a:pt x="2884313" y="3742060"/>
                  <a:pt x="2827199" y="3804757"/>
                </a:cubicBezTo>
                <a:cubicBezTo>
                  <a:pt x="2770084" y="3867454"/>
                  <a:pt x="2685701" y="3898803"/>
                  <a:pt x="2574049" y="3898803"/>
                </a:cubicBezTo>
                <a:cubicBezTo>
                  <a:pt x="2458961" y="3898803"/>
                  <a:pt x="2369640" y="3859986"/>
                  <a:pt x="2306084" y="3782353"/>
                </a:cubicBezTo>
                <a:cubicBezTo>
                  <a:pt x="2242528" y="3704720"/>
                  <a:pt x="2210750" y="3561243"/>
                  <a:pt x="2210750" y="3351922"/>
                </a:cubicBezTo>
                <a:cubicBezTo>
                  <a:pt x="2210750" y="3182941"/>
                  <a:pt x="2237375" y="3058990"/>
                  <a:pt x="2290624" y="2980069"/>
                </a:cubicBezTo>
                <a:cubicBezTo>
                  <a:pt x="2361051" y="2873690"/>
                  <a:pt x="2462397" y="2820501"/>
                  <a:pt x="2594661" y="2820501"/>
                </a:cubicBezTo>
                <a:cubicBezTo>
                  <a:pt x="2653064" y="2820501"/>
                  <a:pt x="2705884" y="2832525"/>
                  <a:pt x="2753122" y="2856573"/>
                </a:cubicBezTo>
                <a:cubicBezTo>
                  <a:pt x="2800360" y="2880621"/>
                  <a:pt x="2840296" y="2914976"/>
                  <a:pt x="2872933" y="2959637"/>
                </a:cubicBezTo>
                <a:cubicBezTo>
                  <a:pt x="2892687" y="2986262"/>
                  <a:pt x="2911582" y="3028346"/>
                  <a:pt x="2929618" y="3085890"/>
                </a:cubicBezTo>
                <a:lnTo>
                  <a:pt x="3444935" y="2971231"/>
                </a:lnTo>
                <a:cubicBezTo>
                  <a:pt x="3378803" y="2771975"/>
                  <a:pt x="3277672" y="2624251"/>
                  <a:pt x="3141542" y="2528059"/>
                </a:cubicBezTo>
                <a:cubicBezTo>
                  <a:pt x="3005412" y="2431866"/>
                  <a:pt x="2818395" y="2383770"/>
                  <a:pt x="2580491" y="23837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20800" dirty="0">
              <a:latin typeface="Arial Black" panose="020B0A040201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A603D3-C33F-45D7-BCB1-BA93ACF9DB0A}"/>
              </a:ext>
            </a:extLst>
          </p:cNvPr>
          <p:cNvSpPr/>
          <p:nvPr/>
        </p:nvSpPr>
        <p:spPr>
          <a:xfrm>
            <a:off x="0" y="-13727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1FDBA3-A21C-481C-81E0-30203A39E9D5}"/>
              </a:ext>
            </a:extLst>
          </p:cNvPr>
          <p:cNvSpPr txBox="1"/>
          <p:nvPr/>
        </p:nvSpPr>
        <p:spPr>
          <a:xfrm>
            <a:off x="1592169" y="1079152"/>
            <a:ext cx="2744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 foi </a:t>
            </a:r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E9B365-75B6-4609-86E6-2BA3E456648E}"/>
              </a:ext>
            </a:extLst>
          </p:cNvPr>
          <p:cNvSpPr txBox="1"/>
          <p:nvPr/>
        </p:nvSpPr>
        <p:spPr>
          <a:xfrm>
            <a:off x="347009" y="1932449"/>
            <a:ext cx="5473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, nome artístico de </a:t>
            </a:r>
            <a:r>
              <a:rPr lang="pt-BR" b="1" dirty="0" err="1">
                <a:solidFill>
                  <a:schemeClr val="bg1"/>
                </a:solidFill>
              </a:rPr>
              <a:t>Artis</a:t>
            </a:r>
            <a:r>
              <a:rPr lang="pt-BR" b="1" dirty="0">
                <a:solidFill>
                  <a:schemeClr val="bg1"/>
                </a:solidFill>
              </a:rPr>
              <a:t> Leon </a:t>
            </a:r>
            <a:r>
              <a:rPr lang="pt-BR" b="1" dirty="0" err="1">
                <a:solidFill>
                  <a:schemeClr val="bg1"/>
                </a:solidFill>
              </a:rPr>
              <a:t>Ivey</a:t>
            </a:r>
            <a:r>
              <a:rPr lang="pt-BR" b="1" dirty="0">
                <a:solidFill>
                  <a:schemeClr val="bg1"/>
                </a:solidFill>
              </a:rPr>
              <a:t> Jr.</a:t>
            </a:r>
            <a:r>
              <a:rPr lang="pt-BR" dirty="0">
                <a:solidFill>
                  <a:schemeClr val="bg1"/>
                </a:solidFill>
              </a:rPr>
              <a:t>, foi um rapper americano que se destacou nos anos 90 com o hit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Gangsta's</a:t>
            </a:r>
            <a:r>
              <a:rPr lang="pt-BR" b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, que venceu um Grammy e marcou uma geração. Nascido em </a:t>
            </a:r>
            <a:r>
              <a:rPr lang="pt-BR" b="1" dirty="0">
                <a:solidFill>
                  <a:schemeClr val="bg1"/>
                </a:solidFill>
              </a:rPr>
              <a:t>Compton, Califórnia</a:t>
            </a:r>
            <a:r>
              <a:rPr lang="pt-BR" dirty="0">
                <a:solidFill>
                  <a:schemeClr val="bg1"/>
                </a:solidFill>
              </a:rPr>
              <a:t>, ele ficou conhecido por seu estilo único, tanto na música quanto na aparência. Além da carreira musical, participou de filmes, séries e programas de TV.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faleceu em </a:t>
            </a:r>
            <a:r>
              <a:rPr lang="pt-BR" b="1" dirty="0">
                <a:solidFill>
                  <a:schemeClr val="bg1"/>
                </a:solidFill>
              </a:rPr>
              <a:t>2022</a:t>
            </a:r>
            <a:r>
              <a:rPr lang="pt-BR" dirty="0">
                <a:solidFill>
                  <a:schemeClr val="bg1"/>
                </a:solidFill>
              </a:rPr>
              <a:t>, aos 59 anos, sendo lembrado como um dos ícones do rap daquela década.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8B59446-3383-4686-9846-7550CCAB4F69}"/>
              </a:ext>
            </a:extLst>
          </p:cNvPr>
          <p:cNvSpPr/>
          <p:nvPr/>
        </p:nvSpPr>
        <p:spPr>
          <a:xfrm rot="10800000">
            <a:off x="12192000" y="6862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2BACBA1-43A0-43FC-8E19-BD488C31BD14}"/>
              </a:ext>
            </a:extLst>
          </p:cNvPr>
          <p:cNvSpPr txBox="1"/>
          <p:nvPr/>
        </p:nvSpPr>
        <p:spPr>
          <a:xfrm>
            <a:off x="12759018" y="1740383"/>
            <a:ext cx="5473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carreira de </a:t>
            </a:r>
            <a:r>
              <a:rPr lang="pt-BR" b="1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começou nos anos 80, mas ganhou destaque mundial em </a:t>
            </a:r>
            <a:r>
              <a:rPr lang="pt-BR" b="1" dirty="0">
                <a:solidFill>
                  <a:schemeClr val="bg1"/>
                </a:solidFill>
              </a:rPr>
              <a:t>1995</a:t>
            </a:r>
            <a:r>
              <a:rPr lang="pt-BR" dirty="0">
                <a:solidFill>
                  <a:schemeClr val="bg1"/>
                </a:solidFill>
              </a:rPr>
              <a:t> com o lançamento de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Gangsta's</a:t>
            </a:r>
            <a:r>
              <a:rPr lang="pt-BR" b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, música que se tornou um dos maiores sucessos do rap dos anos 90. O hit, feito para o filme </a:t>
            </a:r>
            <a:r>
              <a:rPr lang="pt-BR" i="1" dirty="0" err="1">
                <a:solidFill>
                  <a:schemeClr val="bg1"/>
                </a:solidFill>
              </a:rPr>
              <a:t>Dangerous</a:t>
            </a:r>
            <a:r>
              <a:rPr lang="pt-BR" i="1" dirty="0">
                <a:solidFill>
                  <a:schemeClr val="bg1"/>
                </a:solidFill>
              </a:rPr>
              <a:t> Minds</a:t>
            </a:r>
            <a:r>
              <a:rPr lang="pt-BR" dirty="0">
                <a:solidFill>
                  <a:schemeClr val="bg1"/>
                </a:solidFill>
              </a:rPr>
              <a:t>, ganhou um </a:t>
            </a:r>
            <a:r>
              <a:rPr lang="pt-BR" b="1" dirty="0">
                <a:solidFill>
                  <a:schemeClr val="bg1"/>
                </a:solidFill>
              </a:rPr>
              <a:t>Grammy</a:t>
            </a:r>
            <a:r>
              <a:rPr lang="pt-BR" dirty="0">
                <a:solidFill>
                  <a:schemeClr val="bg1"/>
                </a:solidFill>
              </a:rPr>
              <a:t> e colocou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no topo das paradas internacionais.</a:t>
            </a:r>
          </a:p>
          <a:p>
            <a:r>
              <a:rPr lang="pt-BR" dirty="0">
                <a:solidFill>
                  <a:schemeClr val="bg1"/>
                </a:solidFill>
              </a:rPr>
              <a:t>Seu álbum </a:t>
            </a:r>
            <a:r>
              <a:rPr lang="pt-BR" i="1" dirty="0" err="1">
                <a:solidFill>
                  <a:schemeClr val="bg1"/>
                </a:solidFill>
              </a:rPr>
              <a:t>Gangsta's</a:t>
            </a:r>
            <a:r>
              <a:rPr lang="pt-BR" i="1" dirty="0">
                <a:solidFill>
                  <a:schemeClr val="bg1"/>
                </a:solidFill>
              </a:rPr>
              <a:t> Paradise</a:t>
            </a:r>
            <a:r>
              <a:rPr lang="pt-BR" dirty="0">
                <a:solidFill>
                  <a:schemeClr val="bg1"/>
                </a:solidFill>
              </a:rPr>
              <a:t> vendeu milhões de cópias, e ele lançou outros sucessos como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Fantastic</a:t>
            </a:r>
            <a:r>
              <a:rPr lang="pt-BR" b="1" dirty="0">
                <a:solidFill>
                  <a:schemeClr val="bg1"/>
                </a:solidFill>
              </a:rPr>
              <a:t> Voyage"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b="1" dirty="0">
                <a:solidFill>
                  <a:schemeClr val="bg1"/>
                </a:solidFill>
              </a:rPr>
              <a:t>"1, 2, 3, 4 (</a:t>
            </a:r>
            <a:r>
              <a:rPr lang="pt-BR" b="1" dirty="0" err="1">
                <a:solidFill>
                  <a:schemeClr val="bg1"/>
                </a:solidFill>
              </a:rPr>
              <a:t>Sumpin</a:t>
            </a:r>
            <a:r>
              <a:rPr lang="pt-BR" b="1" dirty="0">
                <a:solidFill>
                  <a:schemeClr val="bg1"/>
                </a:solidFill>
              </a:rPr>
              <a:t>’ New)"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b="1" dirty="0">
                <a:solidFill>
                  <a:schemeClr val="bg1"/>
                </a:solidFill>
              </a:rPr>
              <a:t>"C U When U </a:t>
            </a:r>
            <a:r>
              <a:rPr lang="pt-BR" b="1" dirty="0" err="1">
                <a:solidFill>
                  <a:schemeClr val="bg1"/>
                </a:solidFill>
              </a:rPr>
              <a:t>Get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There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dirty="0">
                <a:solidFill>
                  <a:schemeClr val="bg1"/>
                </a:solidFill>
              </a:rPr>
              <a:t>. Ao longo da carreira,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também participou de trilhas sonoras, filmes, programas de TV e até apresentou um programa de culinária.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D5C4088-2CC5-43A8-B64D-A60B37DDF7B8}"/>
              </a:ext>
            </a:extLst>
          </p:cNvPr>
          <p:cNvSpPr txBox="1"/>
          <p:nvPr/>
        </p:nvSpPr>
        <p:spPr>
          <a:xfrm>
            <a:off x="13489421" y="883162"/>
            <a:ext cx="401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Como foi sua carreira?</a:t>
            </a:r>
          </a:p>
        </p:txBody>
      </p:sp>
    </p:spTree>
    <p:extLst>
      <p:ext uri="{BB962C8B-B14F-4D97-AF65-F5344CB8AC3E}">
        <p14:creationId xmlns:p14="http://schemas.microsoft.com/office/powerpoint/2010/main" val="1647133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olio, iconic rapper best known for '90s hit 'Gangsta's Paradise,' dies at  59 - ABC News">
            <a:extLst>
              <a:ext uri="{FF2B5EF4-FFF2-40B4-BE49-F238E27FC236}">
                <a16:creationId xmlns:a16="http://schemas.microsoft.com/office/drawing/2014/main" id="{2F344378-6DDB-452E-91CD-BE95DD97E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12192000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0CE9B4B-2CDB-4E70-A6D4-E51ECBE35BE6}"/>
              </a:ext>
            </a:extLst>
          </p:cNvPr>
          <p:cNvSpPr/>
          <p:nvPr/>
        </p:nvSpPr>
        <p:spPr>
          <a:xfrm rot="10800000">
            <a:off x="6024282" y="0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0F1329-3F63-4C29-AA04-68A7A89B859A}"/>
              </a:ext>
            </a:extLst>
          </p:cNvPr>
          <p:cNvSpPr txBox="1"/>
          <p:nvPr/>
        </p:nvSpPr>
        <p:spPr>
          <a:xfrm>
            <a:off x="6591300" y="1733521"/>
            <a:ext cx="5473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carreira de </a:t>
            </a:r>
            <a:r>
              <a:rPr lang="pt-BR" b="1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começou nos anos 80, mas ganhou destaque mundial em </a:t>
            </a:r>
            <a:r>
              <a:rPr lang="pt-BR" b="1" dirty="0">
                <a:solidFill>
                  <a:schemeClr val="bg1"/>
                </a:solidFill>
              </a:rPr>
              <a:t>1995</a:t>
            </a:r>
            <a:r>
              <a:rPr lang="pt-BR" dirty="0">
                <a:solidFill>
                  <a:schemeClr val="bg1"/>
                </a:solidFill>
              </a:rPr>
              <a:t> com o lançamento de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Gangsta's</a:t>
            </a:r>
            <a:r>
              <a:rPr lang="pt-BR" b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, música que se tornou um dos maiores sucessos do rap dos anos 90. O hit, feito para o filme </a:t>
            </a:r>
            <a:r>
              <a:rPr lang="pt-BR" i="1" dirty="0" err="1">
                <a:solidFill>
                  <a:schemeClr val="bg1"/>
                </a:solidFill>
              </a:rPr>
              <a:t>Dangerous</a:t>
            </a:r>
            <a:r>
              <a:rPr lang="pt-BR" i="1" dirty="0">
                <a:solidFill>
                  <a:schemeClr val="bg1"/>
                </a:solidFill>
              </a:rPr>
              <a:t> Minds</a:t>
            </a:r>
            <a:r>
              <a:rPr lang="pt-BR" dirty="0">
                <a:solidFill>
                  <a:schemeClr val="bg1"/>
                </a:solidFill>
              </a:rPr>
              <a:t>, ganhou um </a:t>
            </a:r>
            <a:r>
              <a:rPr lang="pt-BR" b="1" dirty="0">
                <a:solidFill>
                  <a:schemeClr val="bg1"/>
                </a:solidFill>
              </a:rPr>
              <a:t>Grammy</a:t>
            </a:r>
            <a:r>
              <a:rPr lang="pt-BR" dirty="0">
                <a:solidFill>
                  <a:schemeClr val="bg1"/>
                </a:solidFill>
              </a:rPr>
              <a:t> e colocou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no topo das paradas internacionais.</a:t>
            </a:r>
          </a:p>
          <a:p>
            <a:r>
              <a:rPr lang="pt-BR" dirty="0">
                <a:solidFill>
                  <a:schemeClr val="bg1"/>
                </a:solidFill>
              </a:rPr>
              <a:t>Seu álbum </a:t>
            </a:r>
            <a:r>
              <a:rPr lang="pt-BR" i="1" dirty="0" err="1">
                <a:solidFill>
                  <a:schemeClr val="bg1"/>
                </a:solidFill>
              </a:rPr>
              <a:t>Gangsta's</a:t>
            </a:r>
            <a:r>
              <a:rPr lang="pt-BR" i="1" dirty="0">
                <a:solidFill>
                  <a:schemeClr val="bg1"/>
                </a:solidFill>
              </a:rPr>
              <a:t> Paradise</a:t>
            </a:r>
            <a:r>
              <a:rPr lang="pt-BR" dirty="0">
                <a:solidFill>
                  <a:schemeClr val="bg1"/>
                </a:solidFill>
              </a:rPr>
              <a:t> vendeu milhões de cópias, e ele lançou outros sucessos como 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b="1" dirty="0" err="1">
                <a:solidFill>
                  <a:schemeClr val="bg1"/>
                </a:solidFill>
              </a:rPr>
              <a:t>Fantastic</a:t>
            </a:r>
            <a:r>
              <a:rPr lang="pt-BR" b="1" dirty="0">
                <a:solidFill>
                  <a:schemeClr val="bg1"/>
                </a:solidFill>
              </a:rPr>
              <a:t> Voyage"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b="1" dirty="0">
                <a:solidFill>
                  <a:schemeClr val="bg1"/>
                </a:solidFill>
              </a:rPr>
              <a:t>"1, 2, 3, 4 (</a:t>
            </a:r>
            <a:r>
              <a:rPr lang="pt-BR" b="1" dirty="0" err="1">
                <a:solidFill>
                  <a:schemeClr val="bg1"/>
                </a:solidFill>
              </a:rPr>
              <a:t>Sumpin</a:t>
            </a:r>
            <a:r>
              <a:rPr lang="pt-BR" b="1" dirty="0">
                <a:solidFill>
                  <a:schemeClr val="bg1"/>
                </a:solidFill>
              </a:rPr>
              <a:t>’ New)"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b="1" dirty="0">
                <a:solidFill>
                  <a:schemeClr val="bg1"/>
                </a:solidFill>
              </a:rPr>
              <a:t>"C U When U </a:t>
            </a:r>
            <a:r>
              <a:rPr lang="pt-BR" b="1" dirty="0" err="1">
                <a:solidFill>
                  <a:schemeClr val="bg1"/>
                </a:solidFill>
              </a:rPr>
              <a:t>Get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There</a:t>
            </a:r>
            <a:r>
              <a:rPr lang="pt-BR" b="1" dirty="0">
                <a:solidFill>
                  <a:schemeClr val="bg1"/>
                </a:solidFill>
              </a:rPr>
              <a:t>"</a:t>
            </a:r>
            <a:r>
              <a:rPr lang="pt-BR" dirty="0">
                <a:solidFill>
                  <a:schemeClr val="bg1"/>
                </a:solidFill>
              </a:rPr>
              <a:t>. Ao longo da carreira, </a:t>
            </a:r>
            <a:r>
              <a:rPr lang="pt-BR" dirty="0" err="1">
                <a:solidFill>
                  <a:schemeClr val="bg1"/>
                </a:solidFill>
              </a:rPr>
              <a:t>Coolio</a:t>
            </a:r>
            <a:r>
              <a:rPr lang="pt-BR" dirty="0">
                <a:solidFill>
                  <a:schemeClr val="bg1"/>
                </a:solidFill>
              </a:rPr>
              <a:t> também participou de trilhas sonoras, filmes, programas de TV e até apresentou um programa de culinária.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040C95-A0B9-4498-9294-DA4843F041A0}"/>
              </a:ext>
            </a:extLst>
          </p:cNvPr>
          <p:cNvSpPr txBox="1"/>
          <p:nvPr/>
        </p:nvSpPr>
        <p:spPr>
          <a:xfrm>
            <a:off x="7321703" y="876300"/>
            <a:ext cx="401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Como foi sua carreira?</a:t>
            </a:r>
          </a:p>
        </p:txBody>
      </p:sp>
      <p:pic>
        <p:nvPicPr>
          <p:cNvPr id="16" name="Picture 2" descr="Rapper Coolio, autor de “Gangsta's Paradise”, morre aos 59 anos em Los  Angeles | Midiorama">
            <a:extLst>
              <a:ext uri="{FF2B5EF4-FFF2-40B4-BE49-F238E27FC236}">
                <a16:creationId xmlns:a16="http://schemas.microsoft.com/office/drawing/2014/main" id="{8D765978-AFC2-4164-92E3-D5DF36DC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038057" y="-53682915"/>
            <a:ext cx="198729600" cy="11178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5AE8AADD-1E0C-4AC9-B8DD-6B1C7AB7759F}"/>
              </a:ext>
            </a:extLst>
          </p:cNvPr>
          <p:cNvSpPr/>
          <p:nvPr/>
        </p:nvSpPr>
        <p:spPr>
          <a:xfrm>
            <a:off x="-6816428" y="-2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F1D1A3-CCE0-4F7F-A628-4FE753047712}"/>
              </a:ext>
            </a:extLst>
          </p:cNvPr>
          <p:cNvSpPr txBox="1"/>
          <p:nvPr/>
        </p:nvSpPr>
        <p:spPr>
          <a:xfrm>
            <a:off x="-5529059" y="1127719"/>
            <a:ext cx="3029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Gangsta’s</a:t>
            </a:r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Paradise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253D152-5A81-4FF7-B3F6-6804A8AF73DB}"/>
              </a:ext>
            </a:extLst>
          </p:cNvPr>
          <p:cNvSpPr txBox="1"/>
          <p:nvPr/>
        </p:nvSpPr>
        <p:spPr>
          <a:xfrm>
            <a:off x="-6469419" y="1946174"/>
            <a:ext cx="547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sobre a vida no crime e suas consequências.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música mostra a perspectiva de alguém preso em um ciclo de violência e criminalidade, que reconhece o impacto disso em sua vida, mas se sente incapaz de mudar.</a:t>
            </a:r>
          </a:p>
          <a:p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</a:rPr>
              <a:t>Desigualdade, pobreza e abandono.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A letra critica a falta de oportunidades, educação e apoio nas comunidades pobres, que muitas vezes empurram os jovens para a criminalidade.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720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2" name="Picture 42" descr="GANGSTA'S PARADISE (TRADUÇÃO) - Coolio - LETRAS.MUS.BR">
            <a:extLst>
              <a:ext uri="{FF2B5EF4-FFF2-40B4-BE49-F238E27FC236}">
                <a16:creationId xmlns:a16="http://schemas.microsoft.com/office/drawing/2014/main" id="{3496D5D8-AF5B-4538-922F-E3169849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683" y="-13728"/>
            <a:ext cx="12949234" cy="705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46D8F0-4202-4E19-92FC-CB039E100062}"/>
              </a:ext>
            </a:extLst>
          </p:cNvPr>
          <p:cNvSpPr txBox="1"/>
          <p:nvPr/>
        </p:nvSpPr>
        <p:spPr>
          <a:xfrm>
            <a:off x="-80873602" y="-46583602"/>
            <a:ext cx="173939202" cy="10002520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09394" y="3266251"/>
                </a:moveTo>
                <a:cubicBezTo>
                  <a:pt x="9781538" y="3266251"/>
                  <a:pt x="9842088" y="3295237"/>
                  <a:pt x="9891043" y="3353210"/>
                </a:cubicBezTo>
                <a:cubicBezTo>
                  <a:pt x="9939999" y="3411184"/>
                  <a:pt x="9964476" y="3499432"/>
                  <a:pt x="9964476" y="3617955"/>
                </a:cubicBezTo>
                <a:cubicBezTo>
                  <a:pt x="9964476" y="3745066"/>
                  <a:pt x="9940213" y="3837394"/>
                  <a:pt x="9891688" y="3894938"/>
                </a:cubicBezTo>
                <a:cubicBezTo>
                  <a:pt x="9843162" y="3952482"/>
                  <a:pt x="9781109" y="3981253"/>
                  <a:pt x="9705529" y="3981253"/>
                </a:cubicBezTo>
                <a:cubicBezTo>
                  <a:pt x="9630808" y="3981253"/>
                  <a:pt x="9568756" y="3952052"/>
                  <a:pt x="9519371" y="3893650"/>
                </a:cubicBezTo>
                <a:cubicBezTo>
                  <a:pt x="9469986" y="3835247"/>
                  <a:pt x="9445294" y="3745066"/>
                  <a:pt x="9445294" y="3623108"/>
                </a:cubicBezTo>
                <a:cubicBezTo>
                  <a:pt x="9445294" y="3502867"/>
                  <a:pt x="9470201" y="3413331"/>
                  <a:pt x="9520015" y="3354499"/>
                </a:cubicBezTo>
                <a:cubicBezTo>
                  <a:pt x="9569829" y="3295667"/>
                  <a:pt x="9632955" y="3266251"/>
                  <a:pt x="9709394" y="3266251"/>
                </a:cubicBezTo>
                <a:close/>
                <a:moveTo>
                  <a:pt x="6194670" y="3266251"/>
                </a:moveTo>
                <a:cubicBezTo>
                  <a:pt x="6266814" y="3266251"/>
                  <a:pt x="6327364" y="3295237"/>
                  <a:pt x="6376319" y="3353210"/>
                </a:cubicBezTo>
                <a:cubicBezTo>
                  <a:pt x="6425274" y="3411184"/>
                  <a:pt x="6449751" y="3499432"/>
                  <a:pt x="6449751" y="3617955"/>
                </a:cubicBezTo>
                <a:cubicBezTo>
                  <a:pt x="6449751" y="3745066"/>
                  <a:pt x="6425489" y="3837394"/>
                  <a:pt x="6376963" y="3894938"/>
                </a:cubicBezTo>
                <a:cubicBezTo>
                  <a:pt x="6328437" y="3952482"/>
                  <a:pt x="6266385" y="3981253"/>
                  <a:pt x="6190805" y="3981253"/>
                </a:cubicBezTo>
                <a:cubicBezTo>
                  <a:pt x="6116084" y="3981253"/>
                  <a:pt x="6054031" y="3952052"/>
                  <a:pt x="6004646" y="3893650"/>
                </a:cubicBezTo>
                <a:cubicBezTo>
                  <a:pt x="5955262" y="3835247"/>
                  <a:pt x="5930569" y="3745066"/>
                  <a:pt x="5930569" y="3623108"/>
                </a:cubicBezTo>
                <a:cubicBezTo>
                  <a:pt x="5930569" y="3502867"/>
                  <a:pt x="5955477" y="3413331"/>
                  <a:pt x="6005290" y="3354499"/>
                </a:cubicBezTo>
                <a:cubicBezTo>
                  <a:pt x="6055105" y="3295667"/>
                  <a:pt x="6118231" y="3266251"/>
                  <a:pt x="6194670" y="3266251"/>
                </a:cubicBezTo>
                <a:close/>
                <a:moveTo>
                  <a:pt x="4432544" y="3266251"/>
                </a:moveTo>
                <a:cubicBezTo>
                  <a:pt x="4504689" y="3266251"/>
                  <a:pt x="4565239" y="3295237"/>
                  <a:pt x="4614194" y="3353210"/>
                </a:cubicBezTo>
                <a:cubicBezTo>
                  <a:pt x="4663149" y="3411184"/>
                  <a:pt x="4687627" y="3499432"/>
                  <a:pt x="4687627" y="3617955"/>
                </a:cubicBezTo>
                <a:cubicBezTo>
                  <a:pt x="4687627" y="3745066"/>
                  <a:pt x="4663364" y="3837394"/>
                  <a:pt x="4614838" y="3894938"/>
                </a:cubicBezTo>
                <a:cubicBezTo>
                  <a:pt x="4566312" y="3952482"/>
                  <a:pt x="4504260" y="3981253"/>
                  <a:pt x="4428680" y="3981253"/>
                </a:cubicBezTo>
                <a:cubicBezTo>
                  <a:pt x="4353959" y="3981253"/>
                  <a:pt x="4291906" y="3952052"/>
                  <a:pt x="4242521" y="3893650"/>
                </a:cubicBezTo>
                <a:cubicBezTo>
                  <a:pt x="4193137" y="3835247"/>
                  <a:pt x="4168445" y="3745066"/>
                  <a:pt x="4168445" y="3623108"/>
                </a:cubicBezTo>
                <a:cubicBezTo>
                  <a:pt x="4168445" y="3502867"/>
                  <a:pt x="4193352" y="3413331"/>
                  <a:pt x="4243165" y="3354499"/>
                </a:cubicBezTo>
                <a:cubicBezTo>
                  <a:pt x="4292979" y="3295667"/>
                  <a:pt x="4356106" y="3266251"/>
                  <a:pt x="4432544" y="3266251"/>
                </a:cubicBezTo>
                <a:close/>
                <a:moveTo>
                  <a:pt x="8127110" y="2936448"/>
                </a:moveTo>
                <a:lnTo>
                  <a:pt x="8127110" y="4304615"/>
                </a:lnTo>
                <a:lnTo>
                  <a:pt x="8651444" y="4304615"/>
                </a:lnTo>
                <a:lnTo>
                  <a:pt x="8651444" y="2936448"/>
                </a:lnTo>
                <a:close/>
                <a:moveTo>
                  <a:pt x="9701664" y="2905529"/>
                </a:moveTo>
                <a:cubicBezTo>
                  <a:pt x="9462042" y="2905529"/>
                  <a:pt x="9271804" y="2973164"/>
                  <a:pt x="9130950" y="3108435"/>
                </a:cubicBezTo>
                <a:cubicBezTo>
                  <a:pt x="8990096" y="3243706"/>
                  <a:pt x="8919670" y="3415693"/>
                  <a:pt x="8919670" y="3624396"/>
                </a:cubicBezTo>
                <a:cubicBezTo>
                  <a:pt x="8919670" y="3848559"/>
                  <a:pt x="9002980" y="4029779"/>
                  <a:pt x="9169599" y="4168056"/>
                </a:cubicBezTo>
                <a:cubicBezTo>
                  <a:pt x="9305300" y="4279708"/>
                  <a:pt x="9483084" y="4335534"/>
                  <a:pt x="9702952" y="4335534"/>
                </a:cubicBezTo>
                <a:cubicBezTo>
                  <a:pt x="9949446" y="4335534"/>
                  <a:pt x="10142475" y="4268328"/>
                  <a:pt x="10282041" y="4133916"/>
                </a:cubicBezTo>
                <a:cubicBezTo>
                  <a:pt x="10421606" y="3999504"/>
                  <a:pt x="10491388" y="3827088"/>
                  <a:pt x="10491388" y="3616667"/>
                </a:cubicBezTo>
                <a:cubicBezTo>
                  <a:pt x="10491388" y="3429434"/>
                  <a:pt x="10435133" y="3271833"/>
                  <a:pt x="10322622" y="3143863"/>
                </a:cubicBezTo>
                <a:cubicBezTo>
                  <a:pt x="10182627" y="2984973"/>
                  <a:pt x="9975641" y="2905529"/>
                  <a:pt x="9701664" y="2905529"/>
                </a:cubicBezTo>
                <a:close/>
                <a:moveTo>
                  <a:pt x="6186940" y="2905529"/>
                </a:moveTo>
                <a:cubicBezTo>
                  <a:pt x="5947317" y="2905529"/>
                  <a:pt x="5757079" y="2973164"/>
                  <a:pt x="5616226" y="3108435"/>
                </a:cubicBezTo>
                <a:cubicBezTo>
                  <a:pt x="5475372" y="3243706"/>
                  <a:pt x="5404946" y="3415693"/>
                  <a:pt x="5404946" y="3624396"/>
                </a:cubicBezTo>
                <a:cubicBezTo>
                  <a:pt x="5404946" y="3848559"/>
                  <a:pt x="5488255" y="4029779"/>
                  <a:pt x="5654875" y="4168056"/>
                </a:cubicBezTo>
                <a:cubicBezTo>
                  <a:pt x="5790575" y="4279708"/>
                  <a:pt x="5968360" y="4335534"/>
                  <a:pt x="6188228" y="4335534"/>
                </a:cubicBezTo>
                <a:cubicBezTo>
                  <a:pt x="6434722" y="4335534"/>
                  <a:pt x="6627751" y="4268328"/>
                  <a:pt x="6767316" y="4133916"/>
                </a:cubicBezTo>
                <a:cubicBezTo>
                  <a:pt x="6906881" y="3999504"/>
                  <a:pt x="6976663" y="3827088"/>
                  <a:pt x="6976663" y="3616667"/>
                </a:cubicBezTo>
                <a:cubicBezTo>
                  <a:pt x="6976663" y="3429434"/>
                  <a:pt x="6920408" y="3271833"/>
                  <a:pt x="6807898" y="3143863"/>
                </a:cubicBezTo>
                <a:cubicBezTo>
                  <a:pt x="6667903" y="2984973"/>
                  <a:pt x="6460917" y="2905529"/>
                  <a:pt x="6186940" y="2905529"/>
                </a:cubicBezTo>
                <a:close/>
                <a:moveTo>
                  <a:pt x="4424815" y="2905529"/>
                </a:moveTo>
                <a:cubicBezTo>
                  <a:pt x="4185193" y="2905529"/>
                  <a:pt x="3994954" y="2973164"/>
                  <a:pt x="3854101" y="3108435"/>
                </a:cubicBezTo>
                <a:cubicBezTo>
                  <a:pt x="3713248" y="3243706"/>
                  <a:pt x="3642821" y="3415693"/>
                  <a:pt x="3642821" y="3624396"/>
                </a:cubicBezTo>
                <a:cubicBezTo>
                  <a:pt x="3642821" y="3848559"/>
                  <a:pt x="3726131" y="4029779"/>
                  <a:pt x="3892750" y="4168056"/>
                </a:cubicBezTo>
                <a:cubicBezTo>
                  <a:pt x="4028450" y="4279708"/>
                  <a:pt x="4206234" y="4335534"/>
                  <a:pt x="4426103" y="4335534"/>
                </a:cubicBezTo>
                <a:cubicBezTo>
                  <a:pt x="4672596" y="4335534"/>
                  <a:pt x="4865626" y="4268328"/>
                  <a:pt x="5005191" y="4133916"/>
                </a:cubicBezTo>
                <a:cubicBezTo>
                  <a:pt x="5144756" y="3999504"/>
                  <a:pt x="5214539" y="3827088"/>
                  <a:pt x="5214539" y="3616667"/>
                </a:cubicBezTo>
                <a:cubicBezTo>
                  <a:pt x="5214539" y="3429434"/>
                  <a:pt x="5158284" y="3271833"/>
                  <a:pt x="5045772" y="3143863"/>
                </a:cubicBezTo>
                <a:cubicBezTo>
                  <a:pt x="4905778" y="2984973"/>
                  <a:pt x="4698792" y="2905529"/>
                  <a:pt x="4424815" y="2905529"/>
                </a:cubicBezTo>
                <a:close/>
                <a:moveTo>
                  <a:pt x="8127110" y="2415977"/>
                </a:moveTo>
                <a:lnTo>
                  <a:pt x="8127110" y="2772834"/>
                </a:lnTo>
                <a:lnTo>
                  <a:pt x="8651444" y="2772834"/>
                </a:lnTo>
                <a:lnTo>
                  <a:pt x="8651444" y="2415977"/>
                </a:lnTo>
                <a:close/>
                <a:moveTo>
                  <a:pt x="7249521" y="2415977"/>
                </a:moveTo>
                <a:lnTo>
                  <a:pt x="7249521" y="4304615"/>
                </a:lnTo>
                <a:lnTo>
                  <a:pt x="7775145" y="4304615"/>
                </a:lnTo>
                <a:lnTo>
                  <a:pt x="7775145" y="2415977"/>
                </a:lnTo>
                <a:close/>
                <a:moveTo>
                  <a:pt x="2580491" y="2383770"/>
                </a:moveTo>
                <a:cubicBezTo>
                  <a:pt x="2276453" y="2383770"/>
                  <a:pt x="2041340" y="2467670"/>
                  <a:pt x="1875150" y="2635470"/>
                </a:cubicBezTo>
                <a:cubicBezTo>
                  <a:pt x="1708960" y="2803270"/>
                  <a:pt x="1625865" y="3043376"/>
                  <a:pt x="1625865" y="3355787"/>
                </a:cubicBezTo>
                <a:cubicBezTo>
                  <a:pt x="1625865" y="3590109"/>
                  <a:pt x="1673102" y="3782370"/>
                  <a:pt x="1767577" y="3932570"/>
                </a:cubicBezTo>
                <a:cubicBezTo>
                  <a:pt x="1862052" y="4082770"/>
                  <a:pt x="1974348" y="4187696"/>
                  <a:pt x="2104466" y="4247346"/>
                </a:cubicBezTo>
                <a:cubicBezTo>
                  <a:pt x="2234584" y="4306997"/>
                  <a:pt x="2402276" y="4336822"/>
                  <a:pt x="2607545" y="4336822"/>
                </a:cubicBezTo>
                <a:cubicBezTo>
                  <a:pt x="2776741" y="4336822"/>
                  <a:pt x="2916091" y="4312345"/>
                  <a:pt x="3025596" y="4263390"/>
                </a:cubicBezTo>
                <a:cubicBezTo>
                  <a:pt x="3135101" y="4214435"/>
                  <a:pt x="3226784" y="4141861"/>
                  <a:pt x="3300647" y="4045668"/>
                </a:cubicBezTo>
                <a:cubicBezTo>
                  <a:pt x="3374509" y="3949476"/>
                  <a:pt x="3428617" y="3829664"/>
                  <a:pt x="3462971" y="3686234"/>
                </a:cubicBezTo>
                <a:lnTo>
                  <a:pt x="2951519" y="3531639"/>
                </a:lnTo>
                <a:cubicBezTo>
                  <a:pt x="2925753" y="3651021"/>
                  <a:pt x="2884313" y="3742060"/>
                  <a:pt x="2827199" y="3804757"/>
                </a:cubicBezTo>
                <a:cubicBezTo>
                  <a:pt x="2770084" y="3867454"/>
                  <a:pt x="2685701" y="3898803"/>
                  <a:pt x="2574049" y="3898803"/>
                </a:cubicBezTo>
                <a:cubicBezTo>
                  <a:pt x="2458961" y="3898803"/>
                  <a:pt x="2369640" y="3859986"/>
                  <a:pt x="2306084" y="3782353"/>
                </a:cubicBezTo>
                <a:cubicBezTo>
                  <a:pt x="2242528" y="3704720"/>
                  <a:pt x="2210750" y="3561243"/>
                  <a:pt x="2210750" y="3351922"/>
                </a:cubicBezTo>
                <a:cubicBezTo>
                  <a:pt x="2210750" y="3182941"/>
                  <a:pt x="2237375" y="3058990"/>
                  <a:pt x="2290624" y="2980069"/>
                </a:cubicBezTo>
                <a:cubicBezTo>
                  <a:pt x="2361051" y="2873690"/>
                  <a:pt x="2462397" y="2820501"/>
                  <a:pt x="2594661" y="2820501"/>
                </a:cubicBezTo>
                <a:cubicBezTo>
                  <a:pt x="2653064" y="2820501"/>
                  <a:pt x="2705884" y="2832525"/>
                  <a:pt x="2753122" y="2856573"/>
                </a:cubicBezTo>
                <a:cubicBezTo>
                  <a:pt x="2800360" y="2880621"/>
                  <a:pt x="2840296" y="2914976"/>
                  <a:pt x="2872933" y="2959637"/>
                </a:cubicBezTo>
                <a:cubicBezTo>
                  <a:pt x="2892687" y="2986262"/>
                  <a:pt x="2911582" y="3028346"/>
                  <a:pt x="2929618" y="3085890"/>
                </a:cubicBezTo>
                <a:lnTo>
                  <a:pt x="3444935" y="2971231"/>
                </a:lnTo>
                <a:cubicBezTo>
                  <a:pt x="3378803" y="2771975"/>
                  <a:pt x="3277672" y="2624251"/>
                  <a:pt x="3141542" y="2528059"/>
                </a:cubicBezTo>
                <a:cubicBezTo>
                  <a:pt x="3005412" y="2431866"/>
                  <a:pt x="2818395" y="2383770"/>
                  <a:pt x="2580491" y="23837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20800" dirty="0">
              <a:latin typeface="Arial Black" panose="020B0A040201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A603D3-C33F-45D7-BCB1-BA93ACF9DB0A}"/>
              </a:ext>
            </a:extLst>
          </p:cNvPr>
          <p:cNvSpPr/>
          <p:nvPr/>
        </p:nvSpPr>
        <p:spPr>
          <a:xfrm>
            <a:off x="0" y="-13728"/>
            <a:ext cx="6167718" cy="7053157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1FDBA3-A21C-481C-81E0-30203A39E9D5}"/>
              </a:ext>
            </a:extLst>
          </p:cNvPr>
          <p:cNvSpPr txBox="1"/>
          <p:nvPr/>
        </p:nvSpPr>
        <p:spPr>
          <a:xfrm>
            <a:off x="1287369" y="1113994"/>
            <a:ext cx="3029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Gangsta’s</a:t>
            </a:r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Paradise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E9B365-75B6-4609-86E6-2BA3E456648E}"/>
              </a:ext>
            </a:extLst>
          </p:cNvPr>
          <p:cNvSpPr txBox="1"/>
          <p:nvPr/>
        </p:nvSpPr>
        <p:spPr>
          <a:xfrm>
            <a:off x="347009" y="1932449"/>
            <a:ext cx="547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sobre a vida no crime e suas consequências.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música mostra a perspectiva de alguém preso em um ciclo de violência e criminalidade, que reconhece o impacto disso em sua vida, mas se sente incapaz de mudar.</a:t>
            </a:r>
          </a:p>
          <a:p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</a:rPr>
              <a:t>Desigualdade, pobreza e abandono.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A letra critica a falta de oportunidades, educação e apoio nas comunidades pobres, que muitas vezes empurram os jovens para a criminalidade.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FC7F4F1C-2C3E-46B0-9D11-605FEAC938BF}"/>
              </a:ext>
            </a:extLst>
          </p:cNvPr>
          <p:cNvSpPr/>
          <p:nvPr/>
        </p:nvSpPr>
        <p:spPr>
          <a:xfrm rot="10800000">
            <a:off x="11728396" y="0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301CFA78-C4CE-4030-977C-550A57C6038A}"/>
              </a:ext>
            </a:extLst>
          </p:cNvPr>
          <p:cNvSpPr txBox="1"/>
          <p:nvPr/>
        </p:nvSpPr>
        <p:spPr>
          <a:xfrm>
            <a:off x="12295414" y="1733521"/>
            <a:ext cx="547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Busca por redenção e medo do julgamento.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Ele menciona Deus e o medo do inferno, mostrando que mesmo vivendo no "paraíso dos </a:t>
            </a:r>
            <a:r>
              <a:rPr lang="pt-BR" dirty="0" err="1">
                <a:solidFill>
                  <a:schemeClr val="bg1"/>
                </a:solidFill>
              </a:rPr>
              <a:t>gangstas</a:t>
            </a:r>
            <a:r>
              <a:rPr lang="pt-BR" dirty="0">
                <a:solidFill>
                  <a:schemeClr val="bg1"/>
                </a:solidFill>
              </a:rPr>
              <a:t>", há um desejo de salvação ou uma consciência de que está no caminho errado.</a:t>
            </a:r>
          </a:p>
          <a:p>
            <a:r>
              <a:rPr lang="pt-BR" b="1" dirty="0">
                <a:solidFill>
                  <a:schemeClr val="bg1"/>
                </a:solidFill>
              </a:rPr>
              <a:t>Letra forte, batida marcante e refrão poderoso.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O uso do coral no refrão (baseado em </a:t>
            </a:r>
            <a:r>
              <a:rPr lang="pt-BR" i="1" dirty="0">
                <a:solidFill>
                  <a:schemeClr val="bg1"/>
                </a:solidFill>
              </a:rPr>
              <a:t>"</a:t>
            </a:r>
            <a:r>
              <a:rPr lang="pt-BR" i="1" dirty="0" err="1">
                <a:solidFill>
                  <a:schemeClr val="bg1"/>
                </a:solidFill>
              </a:rPr>
              <a:t>Pastime</a:t>
            </a:r>
            <a:r>
              <a:rPr lang="pt-BR" i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 do Stevie Wonder) e a produção sombria reforçam o peso da mensagem. A música virou um hino sobre realidades urbanas e tocou pessoas no mundo inteiro.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6A0C6B31-5A42-4E35-A9EF-A3F3CD6C1D0C}"/>
              </a:ext>
            </a:extLst>
          </p:cNvPr>
          <p:cNvSpPr txBox="1"/>
          <p:nvPr/>
        </p:nvSpPr>
        <p:spPr>
          <a:xfrm>
            <a:off x="13025817" y="876300"/>
            <a:ext cx="3422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Gangsta’s</a:t>
            </a:r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 Paradise</a:t>
            </a:r>
          </a:p>
        </p:txBody>
      </p:sp>
    </p:spTree>
    <p:extLst>
      <p:ext uri="{BB962C8B-B14F-4D97-AF65-F5344CB8AC3E}">
        <p14:creationId xmlns:p14="http://schemas.microsoft.com/office/powerpoint/2010/main" val="1001644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ausa da morte do rapper Coolio, do hit &quot;Gangsta Paradise&quot;, é divulgada  após seis meses | Trace.tv Brasil">
            <a:extLst>
              <a:ext uri="{FF2B5EF4-FFF2-40B4-BE49-F238E27FC236}">
                <a16:creationId xmlns:a16="http://schemas.microsoft.com/office/drawing/2014/main" id="{37DB87A1-F542-40A8-AB7D-9947C3151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686" y="-145143"/>
            <a:ext cx="12569372" cy="725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0CE9B4B-2CDB-4E70-A6D4-E51ECBE35BE6}"/>
              </a:ext>
            </a:extLst>
          </p:cNvPr>
          <p:cNvSpPr/>
          <p:nvPr/>
        </p:nvSpPr>
        <p:spPr>
          <a:xfrm rot="10800000">
            <a:off x="6024282" y="0"/>
            <a:ext cx="6167718" cy="6858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0F1329-3F63-4C29-AA04-68A7A89B859A}"/>
              </a:ext>
            </a:extLst>
          </p:cNvPr>
          <p:cNvSpPr txBox="1"/>
          <p:nvPr/>
        </p:nvSpPr>
        <p:spPr>
          <a:xfrm>
            <a:off x="6591300" y="1733521"/>
            <a:ext cx="547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Busca por redenção e medo do julgamento.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Ele menciona Deus e o medo do inferno, mostrando que mesmo vivendo no "paraíso dos </a:t>
            </a:r>
            <a:r>
              <a:rPr lang="pt-BR" dirty="0" err="1">
                <a:solidFill>
                  <a:schemeClr val="bg1"/>
                </a:solidFill>
              </a:rPr>
              <a:t>gangstas</a:t>
            </a:r>
            <a:r>
              <a:rPr lang="pt-BR" dirty="0">
                <a:solidFill>
                  <a:schemeClr val="bg1"/>
                </a:solidFill>
              </a:rPr>
              <a:t>", há um desejo de salvação ou uma consciência de que está no caminho errado.</a:t>
            </a:r>
          </a:p>
          <a:p>
            <a:r>
              <a:rPr lang="pt-BR" b="1" dirty="0">
                <a:solidFill>
                  <a:schemeClr val="bg1"/>
                </a:solidFill>
              </a:rPr>
              <a:t>Letra forte, batida marcante e refrão poderoso.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O uso do coral no refrão (baseado em </a:t>
            </a:r>
            <a:r>
              <a:rPr lang="pt-BR" i="1" dirty="0">
                <a:solidFill>
                  <a:schemeClr val="bg1"/>
                </a:solidFill>
              </a:rPr>
              <a:t>"</a:t>
            </a:r>
            <a:r>
              <a:rPr lang="pt-BR" i="1" dirty="0" err="1">
                <a:solidFill>
                  <a:schemeClr val="bg1"/>
                </a:solidFill>
              </a:rPr>
              <a:t>Pastime</a:t>
            </a:r>
            <a:r>
              <a:rPr lang="pt-BR" i="1" dirty="0">
                <a:solidFill>
                  <a:schemeClr val="bg1"/>
                </a:solidFill>
              </a:rPr>
              <a:t> Paradise"</a:t>
            </a:r>
            <a:r>
              <a:rPr lang="pt-BR" dirty="0">
                <a:solidFill>
                  <a:schemeClr val="bg1"/>
                </a:solidFill>
              </a:rPr>
              <a:t> do Stevie Wonder) e a produção sombria reforçam o peso da mensagem. A música virou um hino sobre realidades urbanas e tocou pessoas no mundo inteiro.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040C95-A0B9-4498-9294-DA4843F041A0}"/>
              </a:ext>
            </a:extLst>
          </p:cNvPr>
          <p:cNvSpPr txBox="1"/>
          <p:nvPr/>
        </p:nvSpPr>
        <p:spPr>
          <a:xfrm>
            <a:off x="7321703" y="876300"/>
            <a:ext cx="3422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Gangsta’s</a:t>
            </a:r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 Paradise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3BCD1DE-68B4-4019-8D88-AD61339DF3EF}"/>
              </a:ext>
            </a:extLst>
          </p:cNvPr>
          <p:cNvSpPr/>
          <p:nvPr/>
        </p:nvSpPr>
        <p:spPr>
          <a:xfrm>
            <a:off x="-6167718" y="-145143"/>
            <a:ext cx="6167718" cy="7053157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C97347-65F8-423F-878E-98234C610F04}"/>
              </a:ext>
            </a:extLst>
          </p:cNvPr>
          <p:cNvSpPr txBox="1"/>
          <p:nvPr/>
        </p:nvSpPr>
        <p:spPr>
          <a:xfrm>
            <a:off x="-4880349" y="982579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Mundo sem </a:t>
            </a:r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endParaRPr lang="pt-B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9718CDF-269D-4F0A-9E0E-07C95F53F3C0}"/>
              </a:ext>
            </a:extLst>
          </p:cNvPr>
          <p:cNvSpPr txBox="1"/>
          <p:nvPr/>
        </p:nvSpPr>
        <p:spPr>
          <a:xfrm>
            <a:off x="-5820709" y="1801034"/>
            <a:ext cx="5473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Mesmo após sua morte em 2022, </a:t>
            </a: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segue influente por sua música com mensagens sociais fortes, especialmente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Gangsta’s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Paradise"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continua sendo referência no rap e na cultura pop. Ele inspirou artistas, marcou gerações e sua obra ainda reflete problemas atuais como violência e desigualdade, tornando seu legado atemporal.</a:t>
            </a:r>
          </a:p>
        </p:txBody>
      </p:sp>
    </p:spTree>
    <p:extLst>
      <p:ext uri="{BB962C8B-B14F-4D97-AF65-F5344CB8AC3E}">
        <p14:creationId xmlns:p14="http://schemas.microsoft.com/office/powerpoint/2010/main" val="3370116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Rapper Coolio, do hit 'Gangsta's Paradise', morre aos 59 anos | Santa Portal">
            <a:extLst>
              <a:ext uri="{FF2B5EF4-FFF2-40B4-BE49-F238E27FC236}">
                <a16:creationId xmlns:a16="http://schemas.microsoft.com/office/drawing/2014/main" id="{5C0A2A66-A1CF-4401-8445-44A2ED794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46D8F0-4202-4E19-92FC-CB039E100062}"/>
              </a:ext>
            </a:extLst>
          </p:cNvPr>
          <p:cNvSpPr txBox="1"/>
          <p:nvPr/>
        </p:nvSpPr>
        <p:spPr>
          <a:xfrm>
            <a:off x="-80873602" y="-46583602"/>
            <a:ext cx="173939202" cy="10002520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09394" y="3266251"/>
                </a:moveTo>
                <a:cubicBezTo>
                  <a:pt x="9781538" y="3266251"/>
                  <a:pt x="9842088" y="3295237"/>
                  <a:pt x="9891043" y="3353210"/>
                </a:cubicBezTo>
                <a:cubicBezTo>
                  <a:pt x="9939999" y="3411184"/>
                  <a:pt x="9964476" y="3499432"/>
                  <a:pt x="9964476" y="3617955"/>
                </a:cubicBezTo>
                <a:cubicBezTo>
                  <a:pt x="9964476" y="3745066"/>
                  <a:pt x="9940213" y="3837394"/>
                  <a:pt x="9891688" y="3894938"/>
                </a:cubicBezTo>
                <a:cubicBezTo>
                  <a:pt x="9843162" y="3952482"/>
                  <a:pt x="9781109" y="3981253"/>
                  <a:pt x="9705529" y="3981253"/>
                </a:cubicBezTo>
                <a:cubicBezTo>
                  <a:pt x="9630808" y="3981253"/>
                  <a:pt x="9568756" y="3952052"/>
                  <a:pt x="9519371" y="3893650"/>
                </a:cubicBezTo>
                <a:cubicBezTo>
                  <a:pt x="9469986" y="3835247"/>
                  <a:pt x="9445294" y="3745066"/>
                  <a:pt x="9445294" y="3623108"/>
                </a:cubicBezTo>
                <a:cubicBezTo>
                  <a:pt x="9445294" y="3502867"/>
                  <a:pt x="9470201" y="3413331"/>
                  <a:pt x="9520015" y="3354499"/>
                </a:cubicBezTo>
                <a:cubicBezTo>
                  <a:pt x="9569829" y="3295667"/>
                  <a:pt x="9632955" y="3266251"/>
                  <a:pt x="9709394" y="3266251"/>
                </a:cubicBezTo>
                <a:close/>
                <a:moveTo>
                  <a:pt x="6194670" y="3266251"/>
                </a:moveTo>
                <a:cubicBezTo>
                  <a:pt x="6266814" y="3266251"/>
                  <a:pt x="6327364" y="3295237"/>
                  <a:pt x="6376319" y="3353210"/>
                </a:cubicBezTo>
                <a:cubicBezTo>
                  <a:pt x="6425274" y="3411184"/>
                  <a:pt x="6449751" y="3499432"/>
                  <a:pt x="6449751" y="3617955"/>
                </a:cubicBezTo>
                <a:cubicBezTo>
                  <a:pt x="6449751" y="3745066"/>
                  <a:pt x="6425489" y="3837394"/>
                  <a:pt x="6376963" y="3894938"/>
                </a:cubicBezTo>
                <a:cubicBezTo>
                  <a:pt x="6328437" y="3952482"/>
                  <a:pt x="6266385" y="3981253"/>
                  <a:pt x="6190805" y="3981253"/>
                </a:cubicBezTo>
                <a:cubicBezTo>
                  <a:pt x="6116084" y="3981253"/>
                  <a:pt x="6054031" y="3952052"/>
                  <a:pt x="6004646" y="3893650"/>
                </a:cubicBezTo>
                <a:cubicBezTo>
                  <a:pt x="5955262" y="3835247"/>
                  <a:pt x="5930569" y="3745066"/>
                  <a:pt x="5930569" y="3623108"/>
                </a:cubicBezTo>
                <a:cubicBezTo>
                  <a:pt x="5930569" y="3502867"/>
                  <a:pt x="5955477" y="3413331"/>
                  <a:pt x="6005290" y="3354499"/>
                </a:cubicBezTo>
                <a:cubicBezTo>
                  <a:pt x="6055105" y="3295667"/>
                  <a:pt x="6118231" y="3266251"/>
                  <a:pt x="6194670" y="3266251"/>
                </a:cubicBezTo>
                <a:close/>
                <a:moveTo>
                  <a:pt x="4432544" y="3266251"/>
                </a:moveTo>
                <a:cubicBezTo>
                  <a:pt x="4504689" y="3266251"/>
                  <a:pt x="4565239" y="3295237"/>
                  <a:pt x="4614194" y="3353210"/>
                </a:cubicBezTo>
                <a:cubicBezTo>
                  <a:pt x="4663149" y="3411184"/>
                  <a:pt x="4687627" y="3499432"/>
                  <a:pt x="4687627" y="3617955"/>
                </a:cubicBezTo>
                <a:cubicBezTo>
                  <a:pt x="4687627" y="3745066"/>
                  <a:pt x="4663364" y="3837394"/>
                  <a:pt x="4614838" y="3894938"/>
                </a:cubicBezTo>
                <a:cubicBezTo>
                  <a:pt x="4566312" y="3952482"/>
                  <a:pt x="4504260" y="3981253"/>
                  <a:pt x="4428680" y="3981253"/>
                </a:cubicBezTo>
                <a:cubicBezTo>
                  <a:pt x="4353959" y="3981253"/>
                  <a:pt x="4291906" y="3952052"/>
                  <a:pt x="4242521" y="3893650"/>
                </a:cubicBezTo>
                <a:cubicBezTo>
                  <a:pt x="4193137" y="3835247"/>
                  <a:pt x="4168445" y="3745066"/>
                  <a:pt x="4168445" y="3623108"/>
                </a:cubicBezTo>
                <a:cubicBezTo>
                  <a:pt x="4168445" y="3502867"/>
                  <a:pt x="4193352" y="3413331"/>
                  <a:pt x="4243165" y="3354499"/>
                </a:cubicBezTo>
                <a:cubicBezTo>
                  <a:pt x="4292979" y="3295667"/>
                  <a:pt x="4356106" y="3266251"/>
                  <a:pt x="4432544" y="3266251"/>
                </a:cubicBezTo>
                <a:close/>
                <a:moveTo>
                  <a:pt x="8127110" y="2936448"/>
                </a:moveTo>
                <a:lnTo>
                  <a:pt x="8127110" y="4304615"/>
                </a:lnTo>
                <a:lnTo>
                  <a:pt x="8651444" y="4304615"/>
                </a:lnTo>
                <a:lnTo>
                  <a:pt x="8651444" y="2936448"/>
                </a:lnTo>
                <a:close/>
                <a:moveTo>
                  <a:pt x="9701664" y="2905529"/>
                </a:moveTo>
                <a:cubicBezTo>
                  <a:pt x="9462042" y="2905529"/>
                  <a:pt x="9271804" y="2973164"/>
                  <a:pt x="9130950" y="3108435"/>
                </a:cubicBezTo>
                <a:cubicBezTo>
                  <a:pt x="8990096" y="3243706"/>
                  <a:pt x="8919670" y="3415693"/>
                  <a:pt x="8919670" y="3624396"/>
                </a:cubicBezTo>
                <a:cubicBezTo>
                  <a:pt x="8919670" y="3848559"/>
                  <a:pt x="9002980" y="4029779"/>
                  <a:pt x="9169599" y="4168056"/>
                </a:cubicBezTo>
                <a:cubicBezTo>
                  <a:pt x="9305300" y="4279708"/>
                  <a:pt x="9483084" y="4335534"/>
                  <a:pt x="9702952" y="4335534"/>
                </a:cubicBezTo>
                <a:cubicBezTo>
                  <a:pt x="9949446" y="4335534"/>
                  <a:pt x="10142475" y="4268328"/>
                  <a:pt x="10282041" y="4133916"/>
                </a:cubicBezTo>
                <a:cubicBezTo>
                  <a:pt x="10421606" y="3999504"/>
                  <a:pt x="10491388" y="3827088"/>
                  <a:pt x="10491388" y="3616667"/>
                </a:cubicBezTo>
                <a:cubicBezTo>
                  <a:pt x="10491388" y="3429434"/>
                  <a:pt x="10435133" y="3271833"/>
                  <a:pt x="10322622" y="3143863"/>
                </a:cubicBezTo>
                <a:cubicBezTo>
                  <a:pt x="10182627" y="2984973"/>
                  <a:pt x="9975641" y="2905529"/>
                  <a:pt x="9701664" y="2905529"/>
                </a:cubicBezTo>
                <a:close/>
                <a:moveTo>
                  <a:pt x="6186940" y="2905529"/>
                </a:moveTo>
                <a:cubicBezTo>
                  <a:pt x="5947317" y="2905529"/>
                  <a:pt x="5757079" y="2973164"/>
                  <a:pt x="5616226" y="3108435"/>
                </a:cubicBezTo>
                <a:cubicBezTo>
                  <a:pt x="5475372" y="3243706"/>
                  <a:pt x="5404946" y="3415693"/>
                  <a:pt x="5404946" y="3624396"/>
                </a:cubicBezTo>
                <a:cubicBezTo>
                  <a:pt x="5404946" y="3848559"/>
                  <a:pt x="5488255" y="4029779"/>
                  <a:pt x="5654875" y="4168056"/>
                </a:cubicBezTo>
                <a:cubicBezTo>
                  <a:pt x="5790575" y="4279708"/>
                  <a:pt x="5968360" y="4335534"/>
                  <a:pt x="6188228" y="4335534"/>
                </a:cubicBezTo>
                <a:cubicBezTo>
                  <a:pt x="6434722" y="4335534"/>
                  <a:pt x="6627751" y="4268328"/>
                  <a:pt x="6767316" y="4133916"/>
                </a:cubicBezTo>
                <a:cubicBezTo>
                  <a:pt x="6906881" y="3999504"/>
                  <a:pt x="6976663" y="3827088"/>
                  <a:pt x="6976663" y="3616667"/>
                </a:cubicBezTo>
                <a:cubicBezTo>
                  <a:pt x="6976663" y="3429434"/>
                  <a:pt x="6920408" y="3271833"/>
                  <a:pt x="6807898" y="3143863"/>
                </a:cubicBezTo>
                <a:cubicBezTo>
                  <a:pt x="6667903" y="2984973"/>
                  <a:pt x="6460917" y="2905529"/>
                  <a:pt x="6186940" y="2905529"/>
                </a:cubicBezTo>
                <a:close/>
                <a:moveTo>
                  <a:pt x="4424815" y="2905529"/>
                </a:moveTo>
                <a:cubicBezTo>
                  <a:pt x="4185193" y="2905529"/>
                  <a:pt x="3994954" y="2973164"/>
                  <a:pt x="3854101" y="3108435"/>
                </a:cubicBezTo>
                <a:cubicBezTo>
                  <a:pt x="3713248" y="3243706"/>
                  <a:pt x="3642821" y="3415693"/>
                  <a:pt x="3642821" y="3624396"/>
                </a:cubicBezTo>
                <a:cubicBezTo>
                  <a:pt x="3642821" y="3848559"/>
                  <a:pt x="3726131" y="4029779"/>
                  <a:pt x="3892750" y="4168056"/>
                </a:cubicBezTo>
                <a:cubicBezTo>
                  <a:pt x="4028450" y="4279708"/>
                  <a:pt x="4206234" y="4335534"/>
                  <a:pt x="4426103" y="4335534"/>
                </a:cubicBezTo>
                <a:cubicBezTo>
                  <a:pt x="4672596" y="4335534"/>
                  <a:pt x="4865626" y="4268328"/>
                  <a:pt x="5005191" y="4133916"/>
                </a:cubicBezTo>
                <a:cubicBezTo>
                  <a:pt x="5144756" y="3999504"/>
                  <a:pt x="5214539" y="3827088"/>
                  <a:pt x="5214539" y="3616667"/>
                </a:cubicBezTo>
                <a:cubicBezTo>
                  <a:pt x="5214539" y="3429434"/>
                  <a:pt x="5158284" y="3271833"/>
                  <a:pt x="5045772" y="3143863"/>
                </a:cubicBezTo>
                <a:cubicBezTo>
                  <a:pt x="4905778" y="2984973"/>
                  <a:pt x="4698792" y="2905529"/>
                  <a:pt x="4424815" y="2905529"/>
                </a:cubicBezTo>
                <a:close/>
                <a:moveTo>
                  <a:pt x="8127110" y="2415977"/>
                </a:moveTo>
                <a:lnTo>
                  <a:pt x="8127110" y="2772834"/>
                </a:lnTo>
                <a:lnTo>
                  <a:pt x="8651444" y="2772834"/>
                </a:lnTo>
                <a:lnTo>
                  <a:pt x="8651444" y="2415977"/>
                </a:lnTo>
                <a:close/>
                <a:moveTo>
                  <a:pt x="7249521" y="2415977"/>
                </a:moveTo>
                <a:lnTo>
                  <a:pt x="7249521" y="4304615"/>
                </a:lnTo>
                <a:lnTo>
                  <a:pt x="7775145" y="4304615"/>
                </a:lnTo>
                <a:lnTo>
                  <a:pt x="7775145" y="2415977"/>
                </a:lnTo>
                <a:close/>
                <a:moveTo>
                  <a:pt x="2580491" y="2383770"/>
                </a:moveTo>
                <a:cubicBezTo>
                  <a:pt x="2276453" y="2383770"/>
                  <a:pt x="2041340" y="2467670"/>
                  <a:pt x="1875150" y="2635470"/>
                </a:cubicBezTo>
                <a:cubicBezTo>
                  <a:pt x="1708960" y="2803270"/>
                  <a:pt x="1625865" y="3043376"/>
                  <a:pt x="1625865" y="3355787"/>
                </a:cubicBezTo>
                <a:cubicBezTo>
                  <a:pt x="1625865" y="3590109"/>
                  <a:pt x="1673102" y="3782370"/>
                  <a:pt x="1767577" y="3932570"/>
                </a:cubicBezTo>
                <a:cubicBezTo>
                  <a:pt x="1862052" y="4082770"/>
                  <a:pt x="1974348" y="4187696"/>
                  <a:pt x="2104466" y="4247346"/>
                </a:cubicBezTo>
                <a:cubicBezTo>
                  <a:pt x="2234584" y="4306997"/>
                  <a:pt x="2402276" y="4336822"/>
                  <a:pt x="2607545" y="4336822"/>
                </a:cubicBezTo>
                <a:cubicBezTo>
                  <a:pt x="2776741" y="4336822"/>
                  <a:pt x="2916091" y="4312345"/>
                  <a:pt x="3025596" y="4263390"/>
                </a:cubicBezTo>
                <a:cubicBezTo>
                  <a:pt x="3135101" y="4214435"/>
                  <a:pt x="3226784" y="4141861"/>
                  <a:pt x="3300647" y="4045668"/>
                </a:cubicBezTo>
                <a:cubicBezTo>
                  <a:pt x="3374509" y="3949476"/>
                  <a:pt x="3428617" y="3829664"/>
                  <a:pt x="3462971" y="3686234"/>
                </a:cubicBezTo>
                <a:lnTo>
                  <a:pt x="2951519" y="3531639"/>
                </a:lnTo>
                <a:cubicBezTo>
                  <a:pt x="2925753" y="3651021"/>
                  <a:pt x="2884313" y="3742060"/>
                  <a:pt x="2827199" y="3804757"/>
                </a:cubicBezTo>
                <a:cubicBezTo>
                  <a:pt x="2770084" y="3867454"/>
                  <a:pt x="2685701" y="3898803"/>
                  <a:pt x="2574049" y="3898803"/>
                </a:cubicBezTo>
                <a:cubicBezTo>
                  <a:pt x="2458961" y="3898803"/>
                  <a:pt x="2369640" y="3859986"/>
                  <a:pt x="2306084" y="3782353"/>
                </a:cubicBezTo>
                <a:cubicBezTo>
                  <a:pt x="2242528" y="3704720"/>
                  <a:pt x="2210750" y="3561243"/>
                  <a:pt x="2210750" y="3351922"/>
                </a:cubicBezTo>
                <a:cubicBezTo>
                  <a:pt x="2210750" y="3182941"/>
                  <a:pt x="2237375" y="3058990"/>
                  <a:pt x="2290624" y="2980069"/>
                </a:cubicBezTo>
                <a:cubicBezTo>
                  <a:pt x="2361051" y="2873690"/>
                  <a:pt x="2462397" y="2820501"/>
                  <a:pt x="2594661" y="2820501"/>
                </a:cubicBezTo>
                <a:cubicBezTo>
                  <a:pt x="2653064" y="2820501"/>
                  <a:pt x="2705884" y="2832525"/>
                  <a:pt x="2753122" y="2856573"/>
                </a:cubicBezTo>
                <a:cubicBezTo>
                  <a:pt x="2800360" y="2880621"/>
                  <a:pt x="2840296" y="2914976"/>
                  <a:pt x="2872933" y="2959637"/>
                </a:cubicBezTo>
                <a:cubicBezTo>
                  <a:pt x="2892687" y="2986262"/>
                  <a:pt x="2911582" y="3028346"/>
                  <a:pt x="2929618" y="3085890"/>
                </a:cubicBezTo>
                <a:lnTo>
                  <a:pt x="3444935" y="2971231"/>
                </a:lnTo>
                <a:cubicBezTo>
                  <a:pt x="3378803" y="2771975"/>
                  <a:pt x="3277672" y="2624251"/>
                  <a:pt x="3141542" y="2528059"/>
                </a:cubicBezTo>
                <a:cubicBezTo>
                  <a:pt x="3005412" y="2431866"/>
                  <a:pt x="2818395" y="2383770"/>
                  <a:pt x="2580491" y="23837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20800" dirty="0">
              <a:latin typeface="Arial Black" panose="020B0A040201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A603D3-C33F-45D7-BCB1-BA93ACF9DB0A}"/>
              </a:ext>
            </a:extLst>
          </p:cNvPr>
          <p:cNvSpPr/>
          <p:nvPr/>
        </p:nvSpPr>
        <p:spPr>
          <a:xfrm>
            <a:off x="0" y="-13728"/>
            <a:ext cx="6167718" cy="7053157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9000">
                <a:schemeClr val="tx1">
                  <a:alpha val="71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1FDBA3-A21C-481C-81E0-30203A39E9D5}"/>
              </a:ext>
            </a:extLst>
          </p:cNvPr>
          <p:cNvSpPr txBox="1"/>
          <p:nvPr/>
        </p:nvSpPr>
        <p:spPr>
          <a:xfrm>
            <a:off x="1287369" y="1113994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Mundo sem </a:t>
            </a:r>
            <a:r>
              <a:rPr lang="pt-BR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endParaRPr lang="pt-B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E9B365-75B6-4609-86E6-2BA3E456648E}"/>
              </a:ext>
            </a:extLst>
          </p:cNvPr>
          <p:cNvSpPr txBox="1"/>
          <p:nvPr/>
        </p:nvSpPr>
        <p:spPr>
          <a:xfrm>
            <a:off x="347009" y="1932449"/>
            <a:ext cx="5473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Mesmo após sua morte em 2022, </a:t>
            </a: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segue influente por sua música com mensagens sociais fortes, especialmente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Gangsta’s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Paradise"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continua sendo referência no rap e na cultura pop. Ele inspirou artistas, marcou gerações e sua obra ainda reflete problemas atuais como violência e desigualdade, tornando seu legado atemporal.</a:t>
            </a:r>
          </a:p>
        </p:txBody>
      </p:sp>
    </p:spTree>
    <p:extLst>
      <p:ext uri="{BB962C8B-B14F-4D97-AF65-F5344CB8AC3E}">
        <p14:creationId xmlns:p14="http://schemas.microsoft.com/office/powerpoint/2010/main" val="3550761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Rapper Coolio, do hit 'Gangsta's Paradise', morre aos 59 anos | Santa Portal">
            <a:extLst>
              <a:ext uri="{FF2B5EF4-FFF2-40B4-BE49-F238E27FC236}">
                <a16:creationId xmlns:a16="http://schemas.microsoft.com/office/drawing/2014/main" id="{55772214-92E1-47ED-9A33-A89E681B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FF6084-9857-497C-8521-90FDFE765462}"/>
              </a:ext>
            </a:extLst>
          </p:cNvPr>
          <p:cNvSpPr txBox="1"/>
          <p:nvPr/>
        </p:nvSpPr>
        <p:spPr>
          <a:xfrm>
            <a:off x="-1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09394" y="3266251"/>
                </a:moveTo>
                <a:cubicBezTo>
                  <a:pt x="9781538" y="3266251"/>
                  <a:pt x="9842088" y="3295237"/>
                  <a:pt x="9891043" y="3353210"/>
                </a:cubicBezTo>
                <a:cubicBezTo>
                  <a:pt x="9939999" y="3411184"/>
                  <a:pt x="9964476" y="3499432"/>
                  <a:pt x="9964476" y="3617955"/>
                </a:cubicBezTo>
                <a:cubicBezTo>
                  <a:pt x="9964476" y="3745066"/>
                  <a:pt x="9940213" y="3837394"/>
                  <a:pt x="9891688" y="3894938"/>
                </a:cubicBezTo>
                <a:cubicBezTo>
                  <a:pt x="9843162" y="3952482"/>
                  <a:pt x="9781109" y="3981253"/>
                  <a:pt x="9705529" y="3981253"/>
                </a:cubicBezTo>
                <a:cubicBezTo>
                  <a:pt x="9630808" y="3981253"/>
                  <a:pt x="9568756" y="3952052"/>
                  <a:pt x="9519371" y="3893650"/>
                </a:cubicBezTo>
                <a:cubicBezTo>
                  <a:pt x="9469986" y="3835247"/>
                  <a:pt x="9445294" y="3745066"/>
                  <a:pt x="9445294" y="3623108"/>
                </a:cubicBezTo>
                <a:cubicBezTo>
                  <a:pt x="9445294" y="3502867"/>
                  <a:pt x="9470201" y="3413331"/>
                  <a:pt x="9520015" y="3354499"/>
                </a:cubicBezTo>
                <a:cubicBezTo>
                  <a:pt x="9569829" y="3295667"/>
                  <a:pt x="9632955" y="3266251"/>
                  <a:pt x="9709394" y="3266251"/>
                </a:cubicBezTo>
                <a:close/>
                <a:moveTo>
                  <a:pt x="6194670" y="3266251"/>
                </a:moveTo>
                <a:cubicBezTo>
                  <a:pt x="6266814" y="3266251"/>
                  <a:pt x="6327364" y="3295237"/>
                  <a:pt x="6376319" y="3353210"/>
                </a:cubicBezTo>
                <a:cubicBezTo>
                  <a:pt x="6425274" y="3411184"/>
                  <a:pt x="6449751" y="3499432"/>
                  <a:pt x="6449751" y="3617955"/>
                </a:cubicBezTo>
                <a:cubicBezTo>
                  <a:pt x="6449751" y="3745066"/>
                  <a:pt x="6425489" y="3837394"/>
                  <a:pt x="6376963" y="3894938"/>
                </a:cubicBezTo>
                <a:cubicBezTo>
                  <a:pt x="6328437" y="3952482"/>
                  <a:pt x="6266385" y="3981253"/>
                  <a:pt x="6190805" y="3981253"/>
                </a:cubicBezTo>
                <a:cubicBezTo>
                  <a:pt x="6116084" y="3981253"/>
                  <a:pt x="6054031" y="3952052"/>
                  <a:pt x="6004646" y="3893650"/>
                </a:cubicBezTo>
                <a:cubicBezTo>
                  <a:pt x="5955262" y="3835247"/>
                  <a:pt x="5930569" y="3745066"/>
                  <a:pt x="5930569" y="3623108"/>
                </a:cubicBezTo>
                <a:cubicBezTo>
                  <a:pt x="5930569" y="3502867"/>
                  <a:pt x="5955477" y="3413331"/>
                  <a:pt x="6005290" y="3354499"/>
                </a:cubicBezTo>
                <a:cubicBezTo>
                  <a:pt x="6055105" y="3295667"/>
                  <a:pt x="6118231" y="3266251"/>
                  <a:pt x="6194670" y="3266251"/>
                </a:cubicBezTo>
                <a:close/>
                <a:moveTo>
                  <a:pt x="4432544" y="3266251"/>
                </a:moveTo>
                <a:cubicBezTo>
                  <a:pt x="4504689" y="3266251"/>
                  <a:pt x="4565239" y="3295237"/>
                  <a:pt x="4614194" y="3353210"/>
                </a:cubicBezTo>
                <a:cubicBezTo>
                  <a:pt x="4663149" y="3411184"/>
                  <a:pt x="4687627" y="3499432"/>
                  <a:pt x="4687627" y="3617955"/>
                </a:cubicBezTo>
                <a:cubicBezTo>
                  <a:pt x="4687627" y="3745066"/>
                  <a:pt x="4663364" y="3837394"/>
                  <a:pt x="4614838" y="3894938"/>
                </a:cubicBezTo>
                <a:cubicBezTo>
                  <a:pt x="4566312" y="3952482"/>
                  <a:pt x="4504260" y="3981253"/>
                  <a:pt x="4428680" y="3981253"/>
                </a:cubicBezTo>
                <a:cubicBezTo>
                  <a:pt x="4353959" y="3981253"/>
                  <a:pt x="4291906" y="3952052"/>
                  <a:pt x="4242521" y="3893650"/>
                </a:cubicBezTo>
                <a:cubicBezTo>
                  <a:pt x="4193137" y="3835247"/>
                  <a:pt x="4168445" y="3745066"/>
                  <a:pt x="4168445" y="3623108"/>
                </a:cubicBezTo>
                <a:cubicBezTo>
                  <a:pt x="4168445" y="3502867"/>
                  <a:pt x="4193352" y="3413331"/>
                  <a:pt x="4243165" y="3354499"/>
                </a:cubicBezTo>
                <a:cubicBezTo>
                  <a:pt x="4292979" y="3295667"/>
                  <a:pt x="4356106" y="3266251"/>
                  <a:pt x="4432544" y="3266251"/>
                </a:cubicBezTo>
                <a:close/>
                <a:moveTo>
                  <a:pt x="8127110" y="2936448"/>
                </a:moveTo>
                <a:lnTo>
                  <a:pt x="8127110" y="4304615"/>
                </a:lnTo>
                <a:lnTo>
                  <a:pt x="8651444" y="4304615"/>
                </a:lnTo>
                <a:lnTo>
                  <a:pt x="8651444" y="2936448"/>
                </a:lnTo>
                <a:close/>
                <a:moveTo>
                  <a:pt x="9701664" y="2905529"/>
                </a:moveTo>
                <a:cubicBezTo>
                  <a:pt x="9462042" y="2905529"/>
                  <a:pt x="9271804" y="2973164"/>
                  <a:pt x="9130950" y="3108435"/>
                </a:cubicBezTo>
                <a:cubicBezTo>
                  <a:pt x="8990096" y="3243706"/>
                  <a:pt x="8919670" y="3415693"/>
                  <a:pt x="8919670" y="3624396"/>
                </a:cubicBezTo>
                <a:cubicBezTo>
                  <a:pt x="8919670" y="3848559"/>
                  <a:pt x="9002980" y="4029779"/>
                  <a:pt x="9169599" y="4168056"/>
                </a:cubicBezTo>
                <a:cubicBezTo>
                  <a:pt x="9305300" y="4279708"/>
                  <a:pt x="9483084" y="4335534"/>
                  <a:pt x="9702952" y="4335534"/>
                </a:cubicBezTo>
                <a:cubicBezTo>
                  <a:pt x="9949446" y="4335534"/>
                  <a:pt x="10142475" y="4268328"/>
                  <a:pt x="10282041" y="4133916"/>
                </a:cubicBezTo>
                <a:cubicBezTo>
                  <a:pt x="10421606" y="3999504"/>
                  <a:pt x="10491388" y="3827088"/>
                  <a:pt x="10491388" y="3616667"/>
                </a:cubicBezTo>
                <a:cubicBezTo>
                  <a:pt x="10491388" y="3429434"/>
                  <a:pt x="10435133" y="3271833"/>
                  <a:pt x="10322622" y="3143863"/>
                </a:cubicBezTo>
                <a:cubicBezTo>
                  <a:pt x="10182627" y="2984973"/>
                  <a:pt x="9975641" y="2905529"/>
                  <a:pt x="9701664" y="2905529"/>
                </a:cubicBezTo>
                <a:close/>
                <a:moveTo>
                  <a:pt x="6186940" y="2905529"/>
                </a:moveTo>
                <a:cubicBezTo>
                  <a:pt x="5947317" y="2905529"/>
                  <a:pt x="5757079" y="2973164"/>
                  <a:pt x="5616226" y="3108435"/>
                </a:cubicBezTo>
                <a:cubicBezTo>
                  <a:pt x="5475372" y="3243706"/>
                  <a:pt x="5404946" y="3415693"/>
                  <a:pt x="5404946" y="3624396"/>
                </a:cubicBezTo>
                <a:cubicBezTo>
                  <a:pt x="5404946" y="3848559"/>
                  <a:pt x="5488255" y="4029779"/>
                  <a:pt x="5654875" y="4168056"/>
                </a:cubicBezTo>
                <a:cubicBezTo>
                  <a:pt x="5790575" y="4279708"/>
                  <a:pt x="5968360" y="4335534"/>
                  <a:pt x="6188228" y="4335534"/>
                </a:cubicBezTo>
                <a:cubicBezTo>
                  <a:pt x="6434722" y="4335534"/>
                  <a:pt x="6627751" y="4268328"/>
                  <a:pt x="6767316" y="4133916"/>
                </a:cubicBezTo>
                <a:cubicBezTo>
                  <a:pt x="6906881" y="3999504"/>
                  <a:pt x="6976663" y="3827088"/>
                  <a:pt x="6976663" y="3616667"/>
                </a:cubicBezTo>
                <a:cubicBezTo>
                  <a:pt x="6976663" y="3429434"/>
                  <a:pt x="6920408" y="3271833"/>
                  <a:pt x="6807898" y="3143863"/>
                </a:cubicBezTo>
                <a:cubicBezTo>
                  <a:pt x="6667903" y="2984973"/>
                  <a:pt x="6460917" y="2905529"/>
                  <a:pt x="6186940" y="2905529"/>
                </a:cubicBezTo>
                <a:close/>
                <a:moveTo>
                  <a:pt x="4424815" y="2905529"/>
                </a:moveTo>
                <a:cubicBezTo>
                  <a:pt x="4185193" y="2905529"/>
                  <a:pt x="3994954" y="2973164"/>
                  <a:pt x="3854101" y="3108435"/>
                </a:cubicBezTo>
                <a:cubicBezTo>
                  <a:pt x="3713248" y="3243706"/>
                  <a:pt x="3642821" y="3415693"/>
                  <a:pt x="3642821" y="3624396"/>
                </a:cubicBezTo>
                <a:cubicBezTo>
                  <a:pt x="3642821" y="3848559"/>
                  <a:pt x="3726131" y="4029779"/>
                  <a:pt x="3892750" y="4168056"/>
                </a:cubicBezTo>
                <a:cubicBezTo>
                  <a:pt x="4028450" y="4279708"/>
                  <a:pt x="4206234" y="4335534"/>
                  <a:pt x="4426103" y="4335534"/>
                </a:cubicBezTo>
                <a:cubicBezTo>
                  <a:pt x="4672596" y="4335534"/>
                  <a:pt x="4865626" y="4268328"/>
                  <a:pt x="5005191" y="4133916"/>
                </a:cubicBezTo>
                <a:cubicBezTo>
                  <a:pt x="5144756" y="3999504"/>
                  <a:pt x="5214539" y="3827088"/>
                  <a:pt x="5214539" y="3616667"/>
                </a:cubicBezTo>
                <a:cubicBezTo>
                  <a:pt x="5214539" y="3429434"/>
                  <a:pt x="5158284" y="3271833"/>
                  <a:pt x="5045772" y="3143863"/>
                </a:cubicBezTo>
                <a:cubicBezTo>
                  <a:pt x="4905778" y="2984973"/>
                  <a:pt x="4698792" y="2905529"/>
                  <a:pt x="4424815" y="2905529"/>
                </a:cubicBezTo>
                <a:close/>
                <a:moveTo>
                  <a:pt x="8127110" y="2415977"/>
                </a:moveTo>
                <a:lnTo>
                  <a:pt x="8127110" y="2772834"/>
                </a:lnTo>
                <a:lnTo>
                  <a:pt x="8651444" y="2772834"/>
                </a:lnTo>
                <a:lnTo>
                  <a:pt x="8651444" y="2415977"/>
                </a:lnTo>
                <a:close/>
                <a:moveTo>
                  <a:pt x="7249521" y="2415977"/>
                </a:moveTo>
                <a:lnTo>
                  <a:pt x="7249521" y="4304615"/>
                </a:lnTo>
                <a:lnTo>
                  <a:pt x="7775145" y="4304615"/>
                </a:lnTo>
                <a:lnTo>
                  <a:pt x="7775145" y="2415977"/>
                </a:lnTo>
                <a:close/>
                <a:moveTo>
                  <a:pt x="2580491" y="2383770"/>
                </a:moveTo>
                <a:cubicBezTo>
                  <a:pt x="2276453" y="2383770"/>
                  <a:pt x="2041340" y="2467670"/>
                  <a:pt x="1875150" y="2635470"/>
                </a:cubicBezTo>
                <a:cubicBezTo>
                  <a:pt x="1708960" y="2803270"/>
                  <a:pt x="1625865" y="3043376"/>
                  <a:pt x="1625865" y="3355787"/>
                </a:cubicBezTo>
                <a:cubicBezTo>
                  <a:pt x="1625865" y="3590109"/>
                  <a:pt x="1673102" y="3782370"/>
                  <a:pt x="1767577" y="3932570"/>
                </a:cubicBezTo>
                <a:cubicBezTo>
                  <a:pt x="1862052" y="4082770"/>
                  <a:pt x="1974348" y="4187696"/>
                  <a:pt x="2104466" y="4247346"/>
                </a:cubicBezTo>
                <a:cubicBezTo>
                  <a:pt x="2234584" y="4306997"/>
                  <a:pt x="2402276" y="4336822"/>
                  <a:pt x="2607545" y="4336822"/>
                </a:cubicBezTo>
                <a:cubicBezTo>
                  <a:pt x="2776741" y="4336822"/>
                  <a:pt x="2916091" y="4312345"/>
                  <a:pt x="3025596" y="4263390"/>
                </a:cubicBezTo>
                <a:cubicBezTo>
                  <a:pt x="3135101" y="4214435"/>
                  <a:pt x="3226784" y="4141861"/>
                  <a:pt x="3300647" y="4045668"/>
                </a:cubicBezTo>
                <a:cubicBezTo>
                  <a:pt x="3374509" y="3949476"/>
                  <a:pt x="3428617" y="3829664"/>
                  <a:pt x="3462971" y="3686234"/>
                </a:cubicBezTo>
                <a:lnTo>
                  <a:pt x="2951519" y="3531639"/>
                </a:lnTo>
                <a:cubicBezTo>
                  <a:pt x="2925753" y="3651021"/>
                  <a:pt x="2884313" y="3742060"/>
                  <a:pt x="2827199" y="3804757"/>
                </a:cubicBezTo>
                <a:cubicBezTo>
                  <a:pt x="2770084" y="3867454"/>
                  <a:pt x="2685701" y="3898803"/>
                  <a:pt x="2574049" y="3898803"/>
                </a:cubicBezTo>
                <a:cubicBezTo>
                  <a:pt x="2458961" y="3898803"/>
                  <a:pt x="2369640" y="3859986"/>
                  <a:pt x="2306084" y="3782353"/>
                </a:cubicBezTo>
                <a:cubicBezTo>
                  <a:pt x="2242528" y="3704720"/>
                  <a:pt x="2210750" y="3561243"/>
                  <a:pt x="2210750" y="3351922"/>
                </a:cubicBezTo>
                <a:cubicBezTo>
                  <a:pt x="2210750" y="3182941"/>
                  <a:pt x="2237375" y="3058990"/>
                  <a:pt x="2290624" y="2980069"/>
                </a:cubicBezTo>
                <a:cubicBezTo>
                  <a:pt x="2361051" y="2873690"/>
                  <a:pt x="2462397" y="2820501"/>
                  <a:pt x="2594661" y="2820501"/>
                </a:cubicBezTo>
                <a:cubicBezTo>
                  <a:pt x="2653064" y="2820501"/>
                  <a:pt x="2705884" y="2832525"/>
                  <a:pt x="2753122" y="2856573"/>
                </a:cubicBezTo>
                <a:cubicBezTo>
                  <a:pt x="2800360" y="2880621"/>
                  <a:pt x="2840296" y="2914976"/>
                  <a:pt x="2872933" y="2959637"/>
                </a:cubicBezTo>
                <a:cubicBezTo>
                  <a:pt x="2892687" y="2986262"/>
                  <a:pt x="2911582" y="3028346"/>
                  <a:pt x="2929618" y="3085890"/>
                </a:cubicBezTo>
                <a:lnTo>
                  <a:pt x="3444935" y="2971231"/>
                </a:lnTo>
                <a:cubicBezTo>
                  <a:pt x="3378803" y="2771975"/>
                  <a:pt x="3277672" y="2624251"/>
                  <a:pt x="3141542" y="2528059"/>
                </a:cubicBezTo>
                <a:cubicBezTo>
                  <a:pt x="3005412" y="2431866"/>
                  <a:pt x="2818395" y="2383770"/>
                  <a:pt x="2580491" y="23837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20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36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922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Junin</dc:creator>
  <cp:lastModifiedBy>Junin</cp:lastModifiedBy>
  <cp:revision>12</cp:revision>
  <dcterms:created xsi:type="dcterms:W3CDTF">2025-07-19T17:43:22Z</dcterms:created>
  <dcterms:modified xsi:type="dcterms:W3CDTF">2025-07-19T19:21:04Z</dcterms:modified>
</cp:coreProperties>
</file>